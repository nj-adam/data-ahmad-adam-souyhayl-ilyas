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oppins"/>
      <p:bold r:id="rId23"/>
      <p:boldItalic r:id="rId24"/>
    </p:embeddedFont>
    <p:embeddedFont>
      <p:font typeface="Int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bold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bb6d97914_5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bb6d97914_5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b4a85c50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bb4a85c50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bb4a85c50_1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bb4a85c50_1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aecb403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baecb403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bb4a85c50_1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bb4a85c50_1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baf68f1dc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baf68f1dc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bb4a85c50_1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bb4a85c50_1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bb4a85c50_3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bb4a85c50_3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bb4a85c50_37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bb4a85c50_37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bb460f3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fbb460f3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bb4a85c50_1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fbb4a85c50_1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bb460f34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fbb460f34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bb4a85c50_37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bb4a85c50_37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bb4a85c50_11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fbb4a85c50_1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bb460f34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fbb460f34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bb4a85c50_1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fbb4a85c50_1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07450" y="0"/>
            <a:ext cx="7708800" cy="5143500"/>
          </a:xfrm>
          <a:prstGeom prst="ellipse">
            <a:avLst/>
          </a:prstGeom>
          <a:solidFill>
            <a:srgbClr val="1E293B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4286250" y="280987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1288050" y="1433075"/>
            <a:ext cx="6831900" cy="118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Lab 1 : ER Diagram</a:t>
            </a:r>
            <a:endParaRPr b="1" i="0" sz="52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952500" y="3095625"/>
            <a:ext cx="7239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NAJI Adam, MOUJAHID Souhayl, KHRISS Ahmad and MOUHRI Ilyas</a:t>
            </a:r>
            <a:endParaRPr b="0" i="0"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842" y="1187013"/>
            <a:ext cx="3465510" cy="269414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6934781" y="3030594"/>
            <a:ext cx="712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250" lIns="50250" spcFirstLastPara="1" rIns="50250" wrap="square" tIns="50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80">
                <a:solidFill>
                  <a:schemeClr val="dk2"/>
                </a:solidFill>
              </a:rPr>
              <a:t>maintained</a:t>
            </a:r>
            <a:endParaRPr sz="88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745245" y="2932127"/>
            <a:ext cx="931500" cy="434100"/>
          </a:xfrm>
          <a:prstGeom prst="diamond">
            <a:avLst/>
          </a:prstGeom>
          <a:noFill/>
          <a:ln cap="flat" cmpd="sng" w="20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250" lIns="50250" spcFirstLastPara="1" rIns="50250" wrap="square" tIns="5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/>
          </a:p>
        </p:txBody>
      </p:sp>
      <p:cxnSp>
        <p:nvCxnSpPr>
          <p:cNvPr id="65" name="Google Shape;65;p14"/>
          <p:cNvCxnSpPr>
            <a:stCxn id="66" idx="3"/>
            <a:endCxn id="64" idx="0"/>
          </p:cNvCxnSpPr>
          <p:nvPr/>
        </p:nvCxnSpPr>
        <p:spPr>
          <a:xfrm>
            <a:off x="6934877" y="1650111"/>
            <a:ext cx="276000" cy="1281900"/>
          </a:xfrm>
          <a:prstGeom prst="straightConnector1">
            <a:avLst/>
          </a:prstGeom>
          <a:noFill/>
          <a:ln cap="flat" cmpd="sng" w="52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/>
        </p:nvSpPr>
        <p:spPr>
          <a:xfrm>
            <a:off x="6502165" y="3691464"/>
            <a:ext cx="1431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250" lIns="50250" spcFirstLastPara="1" rIns="50250" wrap="square" tIns="50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90">
                <a:solidFill>
                  <a:schemeClr val="dk2"/>
                </a:solidFill>
              </a:rPr>
              <a:t>Maintenance Operation</a:t>
            </a:r>
            <a:endParaRPr sz="99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6513106" y="3728645"/>
            <a:ext cx="1369800" cy="191400"/>
          </a:xfrm>
          <a:prstGeom prst="rect">
            <a:avLst/>
          </a:prstGeom>
          <a:noFill/>
          <a:ln cap="flat" cmpd="sng" w="20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250" lIns="50250" spcFirstLastPara="1" rIns="50250" wrap="square" tIns="5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/>
          </a:p>
        </p:txBody>
      </p:sp>
      <p:cxnSp>
        <p:nvCxnSpPr>
          <p:cNvPr id="69" name="Google Shape;69;p14"/>
          <p:cNvCxnSpPr>
            <a:stCxn id="68" idx="0"/>
            <a:endCxn id="64" idx="2"/>
          </p:cNvCxnSpPr>
          <p:nvPr/>
        </p:nvCxnSpPr>
        <p:spPr>
          <a:xfrm flipH="1" rot="10800000">
            <a:off x="7198006" y="3366245"/>
            <a:ext cx="12900" cy="362400"/>
          </a:xfrm>
          <a:prstGeom prst="straightConnector1">
            <a:avLst/>
          </a:prstGeom>
          <a:noFill/>
          <a:ln cap="flat" cmpd="sng" w="2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4"/>
          <p:cNvSpPr/>
          <p:nvPr/>
        </p:nvSpPr>
        <p:spPr>
          <a:xfrm>
            <a:off x="5102995" y="3602445"/>
            <a:ext cx="931500" cy="434100"/>
          </a:xfrm>
          <a:prstGeom prst="diamond">
            <a:avLst/>
          </a:prstGeom>
          <a:noFill/>
          <a:ln cap="flat" cmpd="sng" w="5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250" lIns="50250" spcFirstLastPara="1" rIns="50250" wrap="square" tIns="5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/>
          </a:p>
        </p:txBody>
      </p:sp>
      <p:cxnSp>
        <p:nvCxnSpPr>
          <p:cNvPr id="71" name="Google Shape;71;p14"/>
          <p:cNvCxnSpPr>
            <a:endCxn id="70" idx="3"/>
          </p:cNvCxnSpPr>
          <p:nvPr/>
        </p:nvCxnSpPr>
        <p:spPr>
          <a:xfrm rot="10800000">
            <a:off x="6034495" y="3819495"/>
            <a:ext cx="467700" cy="16800"/>
          </a:xfrm>
          <a:prstGeom prst="straightConnector1">
            <a:avLst/>
          </a:prstGeom>
          <a:noFill/>
          <a:ln cap="flat" cmpd="sng" w="53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4"/>
          <p:cNvSpPr txBox="1"/>
          <p:nvPr/>
        </p:nvSpPr>
        <p:spPr>
          <a:xfrm>
            <a:off x="5309073" y="3700933"/>
            <a:ext cx="554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250" lIns="50250" spcFirstLastPara="1" rIns="50250" wrap="square" tIns="50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80">
                <a:solidFill>
                  <a:schemeClr val="dk2"/>
                </a:solidFill>
              </a:rPr>
              <a:t>operated</a:t>
            </a:r>
            <a:endParaRPr sz="880">
              <a:solidFill>
                <a:schemeClr val="dk2"/>
              </a:solidFill>
            </a:endParaRPr>
          </a:p>
        </p:txBody>
      </p:sp>
      <p:cxnSp>
        <p:nvCxnSpPr>
          <p:cNvPr id="73" name="Google Shape;73;p14"/>
          <p:cNvCxnSpPr>
            <a:stCxn id="70" idx="1"/>
          </p:cNvCxnSpPr>
          <p:nvPr/>
        </p:nvCxnSpPr>
        <p:spPr>
          <a:xfrm rot="10800000">
            <a:off x="4350595" y="3651795"/>
            <a:ext cx="752400" cy="167700"/>
          </a:xfrm>
          <a:prstGeom prst="straightConnector1">
            <a:avLst/>
          </a:prstGeom>
          <a:noFill/>
          <a:ln cap="flat" cmpd="sng" w="53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4"/>
          <p:cNvSpPr txBox="1"/>
          <p:nvPr/>
        </p:nvSpPr>
        <p:spPr>
          <a:xfrm>
            <a:off x="8267551" y="1526974"/>
            <a:ext cx="84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75" lIns="48775" spcFirstLastPara="1" rIns="48775" wrap="square" tIns="4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0">
                <a:solidFill>
                  <a:schemeClr val="dk2"/>
                </a:solidFill>
              </a:rPr>
              <a:t>Equip_Model</a:t>
            </a:r>
            <a:endParaRPr sz="960">
              <a:solidFill>
                <a:schemeClr val="dk2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8283662" y="1570294"/>
            <a:ext cx="775500" cy="193500"/>
          </a:xfrm>
          <a:prstGeom prst="rect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775" lIns="48775" spcFirstLastPara="1" rIns="48775" wrap="square" tIns="48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7"/>
          </a:p>
        </p:txBody>
      </p:sp>
      <p:sp>
        <p:nvSpPr>
          <p:cNvPr id="76" name="Google Shape;76;p14"/>
          <p:cNvSpPr txBox="1"/>
          <p:nvPr/>
        </p:nvSpPr>
        <p:spPr>
          <a:xfrm>
            <a:off x="7228181" y="1513306"/>
            <a:ext cx="81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75" lIns="48775" spcFirstLastPara="1" rIns="48775" wrap="square" tIns="4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0">
                <a:solidFill>
                  <a:schemeClr val="dk2"/>
                </a:solidFill>
              </a:rPr>
              <a:t>Corresponds</a:t>
            </a:r>
            <a:endParaRPr sz="96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7166218" y="1427249"/>
            <a:ext cx="903900" cy="438900"/>
          </a:xfrm>
          <a:prstGeom prst="diamond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775" lIns="48775" spcFirstLastPara="1" rIns="48775" wrap="square" tIns="48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7"/>
          </a:p>
        </p:txBody>
      </p:sp>
      <p:cxnSp>
        <p:nvCxnSpPr>
          <p:cNvPr id="78" name="Google Shape;78;p14"/>
          <p:cNvCxnSpPr>
            <a:stCxn id="75" idx="1"/>
            <a:endCxn id="77" idx="3"/>
          </p:cNvCxnSpPr>
          <p:nvPr/>
        </p:nvCxnSpPr>
        <p:spPr>
          <a:xfrm rot="10800000">
            <a:off x="8070062" y="1646644"/>
            <a:ext cx="213600" cy="20400"/>
          </a:xfrm>
          <a:prstGeom prst="straightConnector1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4"/>
          <p:cNvSpPr txBox="1"/>
          <p:nvPr/>
        </p:nvSpPr>
        <p:spPr>
          <a:xfrm>
            <a:off x="6193428" y="1513291"/>
            <a:ext cx="77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75" lIns="48775" spcFirstLastPara="1" rIns="48775" wrap="square" tIns="4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0">
                <a:solidFill>
                  <a:schemeClr val="dk2"/>
                </a:solidFill>
              </a:rPr>
              <a:t>Equip_Units</a:t>
            </a:r>
            <a:endParaRPr sz="96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201977" y="1553361"/>
            <a:ext cx="732900" cy="193500"/>
          </a:xfrm>
          <a:prstGeom prst="rect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775" lIns="48775" spcFirstLastPara="1" rIns="48775" wrap="square" tIns="48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7"/>
          </a:p>
        </p:txBody>
      </p:sp>
      <p:sp>
        <p:nvSpPr>
          <p:cNvPr id="80" name="Google Shape;80;p14"/>
          <p:cNvSpPr txBox="1"/>
          <p:nvPr/>
        </p:nvSpPr>
        <p:spPr>
          <a:xfrm>
            <a:off x="6430329" y="2055312"/>
            <a:ext cx="31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75" lIns="48775" spcFirstLastPara="1" rIns="48775" wrap="square" tIns="4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0">
                <a:solidFill>
                  <a:schemeClr val="dk2"/>
                </a:solidFill>
              </a:rPr>
              <a:t>ISA</a:t>
            </a:r>
            <a:endParaRPr sz="96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6364258" y="1958144"/>
            <a:ext cx="408000" cy="335100"/>
          </a:xfrm>
          <a:prstGeom prst="triangle">
            <a:avLst>
              <a:gd fmla="val 50000" name="adj"/>
            </a:avLst>
          </a:prstGeom>
          <a:noFill/>
          <a:ln cap="flat" cmpd="sng" w="5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775" lIns="48775" spcFirstLastPara="1" rIns="48775" wrap="square" tIns="48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7"/>
          </a:p>
        </p:txBody>
      </p:sp>
      <p:cxnSp>
        <p:nvCxnSpPr>
          <p:cNvPr id="82" name="Google Shape;82;p14"/>
          <p:cNvCxnSpPr>
            <a:stCxn id="81" idx="0"/>
            <a:endCxn id="66" idx="2"/>
          </p:cNvCxnSpPr>
          <p:nvPr/>
        </p:nvCxnSpPr>
        <p:spPr>
          <a:xfrm flipH="1" rot="10800000">
            <a:off x="6568258" y="1746944"/>
            <a:ext cx="300" cy="211200"/>
          </a:xfrm>
          <a:prstGeom prst="straightConnector1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4"/>
          <p:cNvCxnSpPr>
            <a:stCxn id="84" idx="3"/>
            <a:endCxn id="81" idx="2"/>
          </p:cNvCxnSpPr>
          <p:nvPr/>
        </p:nvCxnSpPr>
        <p:spPr>
          <a:xfrm flipH="1" rot="10800000">
            <a:off x="5663134" y="2293377"/>
            <a:ext cx="701100" cy="385200"/>
          </a:xfrm>
          <a:prstGeom prst="straightConnector1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4"/>
          <p:cNvCxnSpPr>
            <a:stCxn id="86" idx="3"/>
            <a:endCxn id="81" idx="4"/>
          </p:cNvCxnSpPr>
          <p:nvPr/>
        </p:nvCxnSpPr>
        <p:spPr>
          <a:xfrm flipH="1" rot="10800000">
            <a:off x="6691596" y="2293128"/>
            <a:ext cx="80700" cy="393900"/>
          </a:xfrm>
          <a:prstGeom prst="straightConnector1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4"/>
          <p:cNvCxnSpPr>
            <a:stCxn id="66" idx="3"/>
            <a:endCxn id="77" idx="1"/>
          </p:cNvCxnSpPr>
          <p:nvPr/>
        </p:nvCxnSpPr>
        <p:spPr>
          <a:xfrm flipH="1" rot="10800000">
            <a:off x="6934877" y="1646811"/>
            <a:ext cx="231300" cy="3300"/>
          </a:xfrm>
          <a:prstGeom prst="straightConnector1">
            <a:avLst/>
          </a:prstGeom>
          <a:noFill/>
          <a:ln cap="flat" cmpd="sng" w="15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4"/>
          <p:cNvSpPr txBox="1"/>
          <p:nvPr/>
        </p:nvSpPr>
        <p:spPr>
          <a:xfrm>
            <a:off x="4727982" y="1337369"/>
            <a:ext cx="9810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0">
                <a:solidFill>
                  <a:schemeClr val="dk2"/>
                </a:solidFill>
              </a:rPr>
              <a:t>Laboratories</a:t>
            </a:r>
            <a:endParaRPr sz="1110">
              <a:solidFill>
                <a:schemeClr val="dk2"/>
              </a:solidFill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4729465" y="1366016"/>
            <a:ext cx="894300" cy="231600"/>
          </a:xfrm>
          <a:prstGeom prst="rect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sp>
        <p:nvSpPr>
          <p:cNvPr id="90" name="Google Shape;90;p14"/>
          <p:cNvSpPr txBox="1"/>
          <p:nvPr/>
        </p:nvSpPr>
        <p:spPr>
          <a:xfrm>
            <a:off x="3301112" y="967365"/>
            <a:ext cx="7383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87">
                <a:solidFill>
                  <a:schemeClr val="dk2"/>
                </a:solidFill>
              </a:rPr>
              <a:t>Attached</a:t>
            </a:r>
            <a:endParaRPr sz="987">
              <a:solidFill>
                <a:schemeClr val="dk2"/>
              </a:solidFill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194892" y="904119"/>
            <a:ext cx="798900" cy="392100"/>
          </a:xfrm>
          <a:prstGeom prst="diamond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cxnSp>
        <p:nvCxnSpPr>
          <p:cNvPr id="92" name="Google Shape;92;p14"/>
          <p:cNvCxnSpPr>
            <a:stCxn id="91" idx="3"/>
            <a:endCxn id="89" idx="1"/>
          </p:cNvCxnSpPr>
          <p:nvPr/>
        </p:nvCxnSpPr>
        <p:spPr>
          <a:xfrm>
            <a:off x="3993792" y="1100169"/>
            <a:ext cx="735600" cy="3816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4"/>
          <p:cNvCxnSpPr>
            <a:endCxn id="91" idx="1"/>
          </p:cNvCxnSpPr>
          <p:nvPr/>
        </p:nvCxnSpPr>
        <p:spPr>
          <a:xfrm flipH="1" rot="10800000">
            <a:off x="2215092" y="1100169"/>
            <a:ext cx="979800" cy="372600"/>
          </a:xfrm>
          <a:prstGeom prst="straightConnector1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4"/>
          <p:cNvSpPr txBox="1"/>
          <p:nvPr/>
        </p:nvSpPr>
        <p:spPr>
          <a:xfrm>
            <a:off x="5324628" y="1786064"/>
            <a:ext cx="439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0">
                <a:solidFill>
                  <a:schemeClr val="dk2"/>
                </a:solidFill>
              </a:rPr>
              <a:t>Host</a:t>
            </a:r>
            <a:endParaRPr sz="1110">
              <a:solidFill>
                <a:schemeClr val="dk2"/>
              </a:solidFill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280236" y="1752642"/>
            <a:ext cx="501600" cy="368100"/>
          </a:xfrm>
          <a:prstGeom prst="diamond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cxnSp>
        <p:nvCxnSpPr>
          <p:cNvPr id="96" name="Google Shape;96;p14"/>
          <p:cNvCxnSpPr>
            <a:stCxn id="89" idx="2"/>
            <a:endCxn id="95" idx="0"/>
          </p:cNvCxnSpPr>
          <p:nvPr/>
        </p:nvCxnSpPr>
        <p:spPr>
          <a:xfrm>
            <a:off x="5176615" y="1597616"/>
            <a:ext cx="354300" cy="155100"/>
          </a:xfrm>
          <a:prstGeom prst="straightConnector1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4"/>
          <p:cNvSpPr txBox="1"/>
          <p:nvPr/>
        </p:nvSpPr>
        <p:spPr>
          <a:xfrm>
            <a:off x="4800916" y="2526614"/>
            <a:ext cx="86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0">
                <a:solidFill>
                  <a:schemeClr val="dk2"/>
                </a:solidFill>
              </a:rPr>
              <a:t>Fixed_Units</a:t>
            </a:r>
            <a:endParaRPr sz="1110">
              <a:solidFill>
                <a:schemeClr val="dk2"/>
              </a:solidFill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806034" y="2528877"/>
            <a:ext cx="857100" cy="299400"/>
          </a:xfrm>
          <a:prstGeom prst="rect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sp>
        <p:nvSpPr>
          <p:cNvPr id="98" name="Google Shape;98;p14"/>
          <p:cNvSpPr txBox="1"/>
          <p:nvPr/>
        </p:nvSpPr>
        <p:spPr>
          <a:xfrm>
            <a:off x="5764296" y="2538772"/>
            <a:ext cx="981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0">
                <a:solidFill>
                  <a:schemeClr val="dk2"/>
                </a:solidFill>
              </a:rPr>
              <a:t>Mobile_Units</a:t>
            </a:r>
            <a:endParaRPr sz="1110">
              <a:solidFill>
                <a:schemeClr val="dk2"/>
              </a:solidFill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5764296" y="2537328"/>
            <a:ext cx="927300" cy="299400"/>
          </a:xfrm>
          <a:prstGeom prst="rect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cxnSp>
        <p:nvCxnSpPr>
          <p:cNvPr id="99" name="Google Shape;99;p14"/>
          <p:cNvCxnSpPr/>
          <p:nvPr/>
        </p:nvCxnSpPr>
        <p:spPr>
          <a:xfrm flipH="1" rot="10800000">
            <a:off x="4982962" y="2032128"/>
            <a:ext cx="423300" cy="505200"/>
          </a:xfrm>
          <a:prstGeom prst="straightConnector1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4"/>
          <p:cNvCxnSpPr/>
          <p:nvPr/>
        </p:nvCxnSpPr>
        <p:spPr>
          <a:xfrm rot="10800000">
            <a:off x="5663243" y="2029428"/>
            <a:ext cx="399900" cy="507900"/>
          </a:xfrm>
          <a:prstGeom prst="straightConnector1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4"/>
          <p:cNvSpPr txBox="1"/>
          <p:nvPr/>
        </p:nvSpPr>
        <p:spPr>
          <a:xfrm>
            <a:off x="6565592" y="1138933"/>
            <a:ext cx="6801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63">
                <a:solidFill>
                  <a:schemeClr val="dk2"/>
                </a:solidFill>
              </a:rPr>
              <a:t>Supervises</a:t>
            </a:r>
            <a:endParaRPr sz="617">
              <a:solidFill>
                <a:schemeClr val="dk2"/>
              </a:solidFill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443159" y="1080646"/>
            <a:ext cx="880800" cy="392100"/>
          </a:xfrm>
          <a:prstGeom prst="diamond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cxnSp>
        <p:nvCxnSpPr>
          <p:cNvPr id="103" name="Google Shape;103;p14"/>
          <p:cNvCxnSpPr>
            <a:stCxn id="89" idx="3"/>
            <a:endCxn id="102" idx="1"/>
          </p:cNvCxnSpPr>
          <p:nvPr/>
        </p:nvCxnSpPr>
        <p:spPr>
          <a:xfrm flipH="1" rot="10800000">
            <a:off x="5623765" y="1276616"/>
            <a:ext cx="819300" cy="2052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4"/>
          <p:cNvSpPr txBox="1"/>
          <p:nvPr/>
        </p:nvSpPr>
        <p:spPr>
          <a:xfrm>
            <a:off x="7610274" y="1129269"/>
            <a:ext cx="71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0">
                <a:solidFill>
                  <a:schemeClr val="dk2"/>
                </a:solidFill>
              </a:rPr>
              <a:t>Faculty</a:t>
            </a:r>
            <a:endParaRPr sz="1110">
              <a:solidFill>
                <a:schemeClr val="dk2"/>
              </a:solidFill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7617996" y="1174570"/>
            <a:ext cx="554100" cy="207600"/>
          </a:xfrm>
          <a:prstGeom prst="rect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cxnSp>
        <p:nvCxnSpPr>
          <p:cNvPr id="106" name="Google Shape;106;p14"/>
          <p:cNvCxnSpPr>
            <a:stCxn id="102" idx="3"/>
            <a:endCxn id="105" idx="1"/>
          </p:cNvCxnSpPr>
          <p:nvPr/>
        </p:nvCxnSpPr>
        <p:spPr>
          <a:xfrm>
            <a:off x="7323959" y="1276696"/>
            <a:ext cx="294000" cy="1800"/>
          </a:xfrm>
          <a:prstGeom prst="straightConnector1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4"/>
          <p:cNvSpPr txBox="1"/>
          <p:nvPr/>
        </p:nvSpPr>
        <p:spPr>
          <a:xfrm>
            <a:off x="761606" y="1095321"/>
            <a:ext cx="73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75" lIns="47175" spcFirstLastPara="1" rIns="47175" wrap="square" tIns="4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29">
                <a:solidFill>
                  <a:schemeClr val="dk2"/>
                </a:solidFill>
              </a:rPr>
              <a:t>is involved</a:t>
            </a:r>
            <a:endParaRPr sz="929">
              <a:solidFill>
                <a:schemeClr val="dk2"/>
              </a:solidFill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23323" y="1019412"/>
            <a:ext cx="874500" cy="407100"/>
          </a:xfrm>
          <a:prstGeom prst="diamond">
            <a:avLst/>
          </a:prstGeom>
          <a:noFill/>
          <a:ln cap="flat" cmpd="sng" w="4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75" lIns="47175" spcFirstLastPara="1" rIns="47175" wrap="square" tIns="4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2"/>
          </a:p>
        </p:txBody>
      </p:sp>
      <p:cxnSp>
        <p:nvCxnSpPr>
          <p:cNvPr id="109" name="Google Shape;109;p14"/>
          <p:cNvCxnSpPr>
            <a:endCxn id="108" idx="3"/>
          </p:cNvCxnSpPr>
          <p:nvPr/>
        </p:nvCxnSpPr>
        <p:spPr>
          <a:xfrm rot="10800000">
            <a:off x="1497823" y="1222962"/>
            <a:ext cx="187200" cy="228300"/>
          </a:xfrm>
          <a:prstGeom prst="straightConnector1">
            <a:avLst/>
          </a:prstGeom>
          <a:noFill/>
          <a:ln cap="flat" cmpd="sng" w="4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0" y="664710"/>
            <a:ext cx="1044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75" lIns="47175" spcFirstLastPara="1" rIns="47175" wrap="square" tIns="4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29">
                <a:solidFill>
                  <a:schemeClr val="dk2"/>
                </a:solidFill>
              </a:rPr>
              <a:t>Research Project</a:t>
            </a:r>
            <a:endParaRPr sz="929">
              <a:solidFill>
                <a:schemeClr val="dk2"/>
              </a:solidFill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0" y="701925"/>
            <a:ext cx="1012500" cy="179700"/>
          </a:xfrm>
          <a:prstGeom prst="rect">
            <a:avLst/>
          </a:prstGeom>
          <a:noFill/>
          <a:ln cap="flat" cmpd="sng" w="4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75" lIns="47175" spcFirstLastPara="1" rIns="47175" wrap="square" tIns="4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2"/>
          </a:p>
        </p:txBody>
      </p:sp>
      <p:cxnSp>
        <p:nvCxnSpPr>
          <p:cNvPr id="112" name="Google Shape;112;p14"/>
          <p:cNvCxnSpPr>
            <a:stCxn id="111" idx="2"/>
            <a:endCxn id="108" idx="1"/>
          </p:cNvCxnSpPr>
          <p:nvPr/>
        </p:nvCxnSpPr>
        <p:spPr>
          <a:xfrm>
            <a:off x="506250" y="881625"/>
            <a:ext cx="117000" cy="341400"/>
          </a:xfrm>
          <a:prstGeom prst="straightConnector1">
            <a:avLst/>
          </a:prstGeom>
          <a:noFill/>
          <a:ln cap="flat" cmpd="sng" w="19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4"/>
          <p:cNvSpPr txBox="1"/>
          <p:nvPr/>
        </p:nvSpPr>
        <p:spPr>
          <a:xfrm>
            <a:off x="7214240" y="2164631"/>
            <a:ext cx="152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50" lIns="43450" spcFirstLastPara="1" rIns="43450" wrap="square" tIns="43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56">
                <a:solidFill>
                  <a:schemeClr val="dk2"/>
                </a:solidFill>
              </a:rPr>
              <a:t>calibrating</a:t>
            </a:r>
            <a:endParaRPr sz="856">
              <a:solidFill>
                <a:schemeClr val="dk2"/>
              </a:solidFill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113622" y="2085033"/>
            <a:ext cx="805200" cy="375300"/>
          </a:xfrm>
          <a:prstGeom prst="diamond">
            <a:avLst/>
          </a:prstGeom>
          <a:noFill/>
          <a:ln cap="flat" cmpd="sng" w="1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5"/>
          </a:p>
        </p:txBody>
      </p:sp>
      <p:cxnSp>
        <p:nvCxnSpPr>
          <p:cNvPr id="115" name="Google Shape;115;p14"/>
          <p:cNvCxnSpPr>
            <a:stCxn id="66" idx="3"/>
            <a:endCxn id="114" idx="1"/>
          </p:cNvCxnSpPr>
          <p:nvPr/>
        </p:nvCxnSpPr>
        <p:spPr>
          <a:xfrm>
            <a:off x="6934877" y="1650111"/>
            <a:ext cx="178800" cy="622500"/>
          </a:xfrm>
          <a:prstGeom prst="straightConnector1">
            <a:avLst/>
          </a:prstGeom>
          <a:noFill/>
          <a:ln cap="flat" cmpd="sng" w="4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4"/>
          <p:cNvSpPr txBox="1"/>
          <p:nvPr/>
        </p:nvSpPr>
        <p:spPr>
          <a:xfrm>
            <a:off x="8172145" y="2424330"/>
            <a:ext cx="123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50" lIns="43450" spcFirstLastPara="1" rIns="43450" wrap="square" tIns="43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56">
                <a:solidFill>
                  <a:schemeClr val="dk2"/>
                </a:solidFill>
              </a:rPr>
              <a:t>Calibration record</a:t>
            </a:r>
            <a:endParaRPr sz="856">
              <a:solidFill>
                <a:schemeClr val="dk2"/>
              </a:solidFill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8181603" y="2456471"/>
            <a:ext cx="938700" cy="165600"/>
          </a:xfrm>
          <a:prstGeom prst="rect">
            <a:avLst/>
          </a:prstGeom>
          <a:noFill/>
          <a:ln cap="flat" cmpd="sng" w="1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5"/>
          </a:p>
        </p:txBody>
      </p:sp>
      <p:cxnSp>
        <p:nvCxnSpPr>
          <p:cNvPr id="118" name="Google Shape;118;p14"/>
          <p:cNvCxnSpPr>
            <a:stCxn id="117" idx="1"/>
            <a:endCxn id="114" idx="3"/>
          </p:cNvCxnSpPr>
          <p:nvPr/>
        </p:nvCxnSpPr>
        <p:spPr>
          <a:xfrm rot="10800000">
            <a:off x="7918803" y="2272571"/>
            <a:ext cx="262800" cy="266700"/>
          </a:xfrm>
          <a:prstGeom prst="straightConnector1">
            <a:avLst/>
          </a:prstGeom>
          <a:noFill/>
          <a:ln cap="flat" cmpd="sng" w="1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4"/>
          <p:cNvSpPr/>
          <p:nvPr/>
        </p:nvSpPr>
        <p:spPr>
          <a:xfrm>
            <a:off x="2105090" y="1019401"/>
            <a:ext cx="262800" cy="161700"/>
          </a:xfrm>
          <a:prstGeom prst="ellipse">
            <a:avLst/>
          </a:prstGeom>
          <a:solidFill>
            <a:schemeClr val="lt2"/>
          </a:solidFill>
          <a:ln cap="flat" cmpd="sng" w="9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5"/>
          </a:p>
        </p:txBody>
      </p:sp>
      <p:sp>
        <p:nvSpPr>
          <p:cNvPr id="120" name="Google Shape;120;p14"/>
          <p:cNvSpPr txBox="1"/>
          <p:nvPr/>
        </p:nvSpPr>
        <p:spPr>
          <a:xfrm>
            <a:off x="2061086" y="970193"/>
            <a:ext cx="3507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0900" lIns="90900" spcFirstLastPara="1" rIns="90900" wrap="square" tIns="90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97" u="sng">
                <a:solidFill>
                  <a:schemeClr val="dk2"/>
                </a:solidFill>
              </a:rPr>
              <a:t>int_id</a:t>
            </a:r>
            <a:endParaRPr sz="497" u="sng">
              <a:solidFill>
                <a:schemeClr val="dk2"/>
              </a:solidFill>
            </a:endParaRPr>
          </a:p>
        </p:txBody>
      </p:sp>
      <p:cxnSp>
        <p:nvCxnSpPr>
          <p:cNvPr id="121" name="Google Shape;121;p14"/>
          <p:cNvCxnSpPr>
            <a:stCxn id="120" idx="2"/>
          </p:cNvCxnSpPr>
          <p:nvPr/>
        </p:nvCxnSpPr>
        <p:spPr>
          <a:xfrm>
            <a:off x="2236436" y="1230293"/>
            <a:ext cx="0" cy="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4"/>
          <p:cNvCxnSpPr/>
          <p:nvPr/>
        </p:nvCxnSpPr>
        <p:spPr>
          <a:xfrm flipH="1">
            <a:off x="1968191" y="1189505"/>
            <a:ext cx="268800" cy="1380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4"/>
          <p:cNvSpPr txBox="1"/>
          <p:nvPr/>
        </p:nvSpPr>
        <p:spPr>
          <a:xfrm>
            <a:off x="4928565" y="1133047"/>
            <a:ext cx="350700" cy="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3350" lIns="53350" spcFirstLastPara="1" rIns="53350" wrap="square" tIns="53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25" u="sng">
                <a:solidFill>
                  <a:schemeClr val="dk2"/>
                </a:solidFill>
              </a:rPr>
              <a:t>lab_id</a:t>
            </a:r>
            <a:endParaRPr sz="525" u="sng">
              <a:solidFill>
                <a:schemeClr val="dk2"/>
              </a:solidFill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4960040" y="1191732"/>
            <a:ext cx="213600" cy="98100"/>
          </a:xfrm>
          <a:prstGeom prst="ellipse">
            <a:avLst/>
          </a:prstGeom>
          <a:noFill/>
          <a:ln cap="flat" cmpd="sng" w="5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50" lIns="53350" spcFirstLastPara="1" rIns="53350" wrap="square" tIns="5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7"/>
          </a:p>
        </p:txBody>
      </p:sp>
      <p:cxnSp>
        <p:nvCxnSpPr>
          <p:cNvPr id="125" name="Google Shape;125;p14"/>
          <p:cNvCxnSpPr>
            <a:stCxn id="124" idx="4"/>
            <a:endCxn id="89" idx="0"/>
          </p:cNvCxnSpPr>
          <p:nvPr/>
        </p:nvCxnSpPr>
        <p:spPr>
          <a:xfrm>
            <a:off x="5066840" y="1289832"/>
            <a:ext cx="109800" cy="76200"/>
          </a:xfrm>
          <a:prstGeom prst="straightConnector1">
            <a:avLst/>
          </a:prstGeom>
          <a:noFill/>
          <a:ln cap="flat" cmpd="sng" w="5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4"/>
          <p:cNvSpPr txBox="1"/>
          <p:nvPr/>
        </p:nvSpPr>
        <p:spPr>
          <a:xfrm>
            <a:off x="5866531" y="1866293"/>
            <a:ext cx="6171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0400" lIns="70400" spcFirstLastPara="1" rIns="70400" wrap="square" tIns="70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93" u="sng">
                <a:solidFill>
                  <a:schemeClr val="dk2"/>
                </a:solidFill>
              </a:rPr>
              <a:t>serial_num</a:t>
            </a:r>
            <a:endParaRPr sz="693" u="sng">
              <a:solidFill>
                <a:schemeClr val="dk2"/>
              </a:solidFill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5887424" y="1911760"/>
            <a:ext cx="513000" cy="178800"/>
          </a:xfrm>
          <a:prstGeom prst="ellipse">
            <a:avLst/>
          </a:prstGeom>
          <a:noFill/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400" lIns="70400" spcFirstLastPara="1" rIns="70400" wrap="square" tIns="7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8"/>
          </a:p>
        </p:txBody>
      </p:sp>
      <p:cxnSp>
        <p:nvCxnSpPr>
          <p:cNvPr id="128" name="Google Shape;128;p14"/>
          <p:cNvCxnSpPr>
            <a:stCxn id="127" idx="0"/>
            <a:endCxn id="66" idx="1"/>
          </p:cNvCxnSpPr>
          <p:nvPr/>
        </p:nvCxnSpPr>
        <p:spPr>
          <a:xfrm flipH="1" rot="10800000">
            <a:off x="6143924" y="1650160"/>
            <a:ext cx="58200" cy="261600"/>
          </a:xfrm>
          <a:prstGeom prst="straightConnector1">
            <a:avLst/>
          </a:prstGeom>
          <a:noFill/>
          <a:ln cap="flat" cmpd="sng" w="73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4"/>
          <p:cNvSpPr txBox="1"/>
          <p:nvPr/>
        </p:nvSpPr>
        <p:spPr>
          <a:xfrm>
            <a:off x="8195780" y="1316559"/>
            <a:ext cx="17595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9750" lIns="69750" spcFirstLastPara="1" rIns="69750" wrap="square" tIns="69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86" u="sng">
                <a:solidFill>
                  <a:schemeClr val="dk2"/>
                </a:solidFill>
              </a:rPr>
              <a:t>model_id</a:t>
            </a:r>
            <a:endParaRPr sz="686" u="sng">
              <a:solidFill>
                <a:schemeClr val="dk2"/>
              </a:solidFill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8184209" y="1343554"/>
            <a:ext cx="451800" cy="192300"/>
          </a:xfrm>
          <a:prstGeom prst="ellipse">
            <a:avLst/>
          </a:prstGeom>
          <a:noFill/>
          <a:ln cap="flat" cmpd="sng" w="7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750" lIns="69750" spcFirstLastPara="1" rIns="69750" wrap="square" tIns="69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7"/>
          </a:p>
        </p:txBody>
      </p:sp>
      <p:cxnSp>
        <p:nvCxnSpPr>
          <p:cNvPr id="131" name="Google Shape;131;p14"/>
          <p:cNvCxnSpPr>
            <a:stCxn id="130" idx="4"/>
            <a:endCxn id="75" idx="0"/>
          </p:cNvCxnSpPr>
          <p:nvPr/>
        </p:nvCxnSpPr>
        <p:spPr>
          <a:xfrm>
            <a:off x="8410109" y="1535854"/>
            <a:ext cx="261300" cy="34500"/>
          </a:xfrm>
          <a:prstGeom prst="straightConnector1">
            <a:avLst/>
          </a:prstGeom>
          <a:noFill/>
          <a:ln cap="flat" cmpd="sng" w="72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4"/>
          <p:cNvSpPr txBox="1"/>
          <p:nvPr/>
        </p:nvSpPr>
        <p:spPr>
          <a:xfrm>
            <a:off x="232503" y="248925"/>
            <a:ext cx="518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9125" lIns="59125" spcFirstLastPara="1" rIns="59125" wrap="square" tIns="59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82" u="sng">
                <a:solidFill>
                  <a:schemeClr val="dk2"/>
                </a:solidFill>
              </a:rPr>
              <a:t>Project Code</a:t>
            </a:r>
            <a:endParaRPr sz="582" u="sng">
              <a:solidFill>
                <a:schemeClr val="dk2"/>
              </a:solidFill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196471" y="248292"/>
            <a:ext cx="430800" cy="300000"/>
          </a:xfrm>
          <a:prstGeom prst="ellipse">
            <a:avLst/>
          </a:prstGeom>
          <a:noFill/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125" lIns="59125" spcFirstLastPara="1" rIns="59125" wrap="square" tIns="59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"/>
          </a:p>
        </p:txBody>
      </p:sp>
      <p:cxnSp>
        <p:nvCxnSpPr>
          <p:cNvPr id="134" name="Google Shape;134;p14"/>
          <p:cNvCxnSpPr>
            <a:stCxn id="133" idx="4"/>
          </p:cNvCxnSpPr>
          <p:nvPr/>
        </p:nvCxnSpPr>
        <p:spPr>
          <a:xfrm flipH="1">
            <a:off x="374671" y="548292"/>
            <a:ext cx="37200" cy="153600"/>
          </a:xfrm>
          <a:prstGeom prst="straightConnector1">
            <a:avLst/>
          </a:prstGeom>
          <a:noFill/>
          <a:ln cap="flat" cmpd="sng" w="6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4"/>
          <p:cNvSpPr txBox="1"/>
          <p:nvPr/>
        </p:nvSpPr>
        <p:spPr>
          <a:xfrm>
            <a:off x="8475015" y="2030025"/>
            <a:ext cx="5130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525" lIns="58525" spcFirstLastPara="1" rIns="58525" wrap="square" tIns="58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76">
                <a:solidFill>
                  <a:schemeClr val="dk2"/>
                </a:solidFill>
              </a:rPr>
              <a:t>Calibration</a:t>
            </a:r>
            <a:endParaRPr sz="576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76">
                <a:solidFill>
                  <a:schemeClr val="dk2"/>
                </a:solidFill>
              </a:rPr>
              <a:t>date</a:t>
            </a:r>
            <a:endParaRPr sz="576">
              <a:solidFill>
                <a:schemeClr val="dk2"/>
              </a:solidFill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8475015" y="2029399"/>
            <a:ext cx="426300" cy="297000"/>
          </a:xfrm>
          <a:prstGeom prst="ellipse">
            <a:avLst/>
          </a:prstGeom>
          <a:noFill/>
          <a:ln cap="flat" cmpd="sng" w="6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525" lIns="58525" spcFirstLastPara="1" rIns="58525" wrap="square" tIns="5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6"/>
          </a:p>
        </p:txBody>
      </p:sp>
      <p:cxnSp>
        <p:nvCxnSpPr>
          <p:cNvPr id="137" name="Google Shape;137;p14"/>
          <p:cNvCxnSpPr>
            <a:stCxn id="136" idx="4"/>
            <a:endCxn id="117" idx="0"/>
          </p:cNvCxnSpPr>
          <p:nvPr/>
        </p:nvCxnSpPr>
        <p:spPr>
          <a:xfrm flipH="1">
            <a:off x="8650965" y="2326399"/>
            <a:ext cx="37200" cy="130200"/>
          </a:xfrm>
          <a:prstGeom prst="straightConnector1">
            <a:avLst/>
          </a:prstGeom>
          <a:noFill/>
          <a:ln cap="flat" cmpd="sng" w="6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4"/>
          <p:cNvCxnSpPr>
            <a:endCxn id="136" idx="6"/>
          </p:cNvCxnSpPr>
          <p:nvPr/>
        </p:nvCxnSpPr>
        <p:spPr>
          <a:xfrm>
            <a:off x="8540415" y="2174299"/>
            <a:ext cx="360900" cy="3600"/>
          </a:xfrm>
          <a:prstGeom prst="straightConnector1">
            <a:avLst/>
          </a:prstGeom>
          <a:noFill/>
          <a:ln cap="flat" cmpd="sng" w="49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4"/>
          <p:cNvCxnSpPr/>
          <p:nvPr/>
        </p:nvCxnSpPr>
        <p:spPr>
          <a:xfrm flipH="1" rot="10800000">
            <a:off x="8554032" y="2254783"/>
            <a:ext cx="130800" cy="2100"/>
          </a:xfrm>
          <a:prstGeom prst="straightConnector1">
            <a:avLst/>
          </a:prstGeom>
          <a:noFill/>
          <a:ln cap="flat" cmpd="sng" w="49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0" name="Google Shape;140;p14"/>
          <p:cNvSpPr txBox="1"/>
          <p:nvPr/>
        </p:nvSpPr>
        <p:spPr>
          <a:xfrm>
            <a:off x="7323898" y="4270765"/>
            <a:ext cx="8052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950" lIns="81950" spcFirstLastPara="1" rIns="81950" wrap="square" tIns="81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7">
                <a:solidFill>
                  <a:schemeClr val="dk2"/>
                </a:solidFill>
              </a:rPr>
              <a:t>maintenance</a:t>
            </a:r>
            <a:endParaRPr sz="807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7">
                <a:solidFill>
                  <a:schemeClr val="dk2"/>
                </a:solidFill>
              </a:rPr>
              <a:t>start</a:t>
            </a:r>
            <a:endParaRPr sz="807">
              <a:solidFill>
                <a:schemeClr val="dk2"/>
              </a:solidFill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7323898" y="4270665"/>
            <a:ext cx="805200" cy="415500"/>
          </a:xfrm>
          <a:prstGeom prst="ellipse">
            <a:avLst/>
          </a:prstGeom>
          <a:noFill/>
          <a:ln cap="flat" cmpd="sng" w="8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50" lIns="81950" spcFirstLastPara="1" rIns="81950" wrap="square" tIns="8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5"/>
          </a:p>
        </p:txBody>
      </p:sp>
      <p:cxnSp>
        <p:nvCxnSpPr>
          <p:cNvPr id="142" name="Google Shape;142;p14"/>
          <p:cNvCxnSpPr>
            <a:stCxn id="141" idx="0"/>
            <a:endCxn id="68" idx="2"/>
          </p:cNvCxnSpPr>
          <p:nvPr/>
        </p:nvCxnSpPr>
        <p:spPr>
          <a:xfrm rot="10800000">
            <a:off x="7197898" y="3919965"/>
            <a:ext cx="528600" cy="350700"/>
          </a:xfrm>
          <a:prstGeom prst="straightConnector1">
            <a:avLst/>
          </a:prstGeom>
          <a:noFill/>
          <a:ln cap="flat" cmpd="sng" w="8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4"/>
          <p:cNvCxnSpPr>
            <a:stCxn id="141" idx="2"/>
          </p:cNvCxnSpPr>
          <p:nvPr/>
        </p:nvCxnSpPr>
        <p:spPr>
          <a:xfrm>
            <a:off x="7323898" y="4478415"/>
            <a:ext cx="596400" cy="0"/>
          </a:xfrm>
          <a:prstGeom prst="straightConnector1">
            <a:avLst/>
          </a:prstGeom>
          <a:noFill/>
          <a:ln cap="flat" cmpd="sng" w="69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4"/>
          <p:cNvCxnSpPr/>
          <p:nvPr/>
        </p:nvCxnSpPr>
        <p:spPr>
          <a:xfrm>
            <a:off x="7428293" y="4589092"/>
            <a:ext cx="176100" cy="6000"/>
          </a:xfrm>
          <a:prstGeom prst="straightConnector1">
            <a:avLst/>
          </a:prstGeom>
          <a:noFill/>
          <a:ln cap="flat" cmpd="sng" w="69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5" name="Google Shape;145;p14"/>
          <p:cNvSpPr/>
          <p:nvPr/>
        </p:nvSpPr>
        <p:spPr>
          <a:xfrm>
            <a:off x="8235723" y="619860"/>
            <a:ext cx="806100" cy="228300"/>
          </a:xfrm>
          <a:prstGeom prst="rect">
            <a:avLst/>
          </a:prstGeom>
          <a:solidFill>
            <a:schemeClr val="lt2"/>
          </a:solidFill>
          <a:ln cap="flat" cmpd="sng" w="3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975" lIns="34975" spcFirstLastPara="1" rIns="34975" wrap="square" tIns="3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535"/>
              <a:t>certification</a:t>
            </a:r>
            <a:endParaRPr sz="535"/>
          </a:p>
        </p:txBody>
      </p:sp>
      <p:sp>
        <p:nvSpPr>
          <p:cNvPr id="146" name="Google Shape;146;p14"/>
          <p:cNvSpPr/>
          <p:nvPr/>
        </p:nvSpPr>
        <p:spPr>
          <a:xfrm>
            <a:off x="4663725" y="622523"/>
            <a:ext cx="537929" cy="202622"/>
          </a:xfrm>
          <a:prstGeom prst="flowChartDecision">
            <a:avLst/>
          </a:prstGeom>
          <a:solidFill>
            <a:schemeClr val="lt2"/>
          </a:solidFill>
          <a:ln cap="flat" cmpd="sng" w="3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975" lIns="34975" spcFirstLastPara="1" rIns="34975" wrap="square" tIns="3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535"/>
              <a:t>holds</a:t>
            </a:r>
            <a:endParaRPr sz="535"/>
          </a:p>
        </p:txBody>
      </p:sp>
      <p:sp>
        <p:nvSpPr>
          <p:cNvPr id="147" name="Google Shape;147;p14"/>
          <p:cNvSpPr/>
          <p:nvPr/>
        </p:nvSpPr>
        <p:spPr>
          <a:xfrm>
            <a:off x="8413905" y="1016942"/>
            <a:ext cx="687376" cy="292232"/>
          </a:xfrm>
          <a:prstGeom prst="flowChartDecision">
            <a:avLst/>
          </a:prstGeom>
          <a:solidFill>
            <a:schemeClr val="lt2"/>
          </a:solidFill>
          <a:ln cap="flat" cmpd="sng" w="3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975" lIns="34975" spcFirstLastPara="1" rIns="34975" wrap="square" tIns="3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535"/>
              <a:t>require</a:t>
            </a:r>
            <a:endParaRPr sz="535"/>
          </a:p>
        </p:txBody>
      </p:sp>
      <p:cxnSp>
        <p:nvCxnSpPr>
          <p:cNvPr id="148" name="Google Shape;148;p14"/>
          <p:cNvCxnSpPr>
            <a:endCxn id="147" idx="2"/>
          </p:cNvCxnSpPr>
          <p:nvPr/>
        </p:nvCxnSpPr>
        <p:spPr>
          <a:xfrm flipH="1" rot="10800000">
            <a:off x="8750093" y="1309175"/>
            <a:ext cx="7500" cy="265500"/>
          </a:xfrm>
          <a:prstGeom prst="straightConnector1">
            <a:avLst/>
          </a:prstGeom>
          <a:noFill/>
          <a:ln cap="flat" cmpd="sng" w="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4"/>
          <p:cNvCxnSpPr>
            <a:stCxn id="147" idx="0"/>
            <a:endCxn id="145" idx="2"/>
          </p:cNvCxnSpPr>
          <p:nvPr/>
        </p:nvCxnSpPr>
        <p:spPr>
          <a:xfrm rot="10800000">
            <a:off x="8638793" y="848042"/>
            <a:ext cx="118800" cy="168900"/>
          </a:xfrm>
          <a:prstGeom prst="straightConnector1">
            <a:avLst/>
          </a:prstGeom>
          <a:noFill/>
          <a:ln cap="flat" cmpd="sng" w="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4"/>
          <p:cNvCxnSpPr>
            <a:stCxn id="146" idx="3"/>
            <a:endCxn id="145" idx="1"/>
          </p:cNvCxnSpPr>
          <p:nvPr/>
        </p:nvCxnSpPr>
        <p:spPr>
          <a:xfrm>
            <a:off x="5201654" y="723834"/>
            <a:ext cx="3034200" cy="10200"/>
          </a:xfrm>
          <a:prstGeom prst="straightConnector1">
            <a:avLst/>
          </a:prstGeom>
          <a:noFill/>
          <a:ln cap="flat" cmpd="sng" w="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4"/>
          <p:cNvCxnSpPr>
            <a:stCxn id="111" idx="3"/>
            <a:endCxn id="146" idx="1"/>
          </p:cNvCxnSpPr>
          <p:nvPr/>
        </p:nvCxnSpPr>
        <p:spPr>
          <a:xfrm flipH="1" rot="10800000">
            <a:off x="1012500" y="723975"/>
            <a:ext cx="3651300" cy="678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4"/>
          <p:cNvSpPr/>
          <p:nvPr/>
        </p:nvSpPr>
        <p:spPr>
          <a:xfrm>
            <a:off x="8425035" y="227725"/>
            <a:ext cx="388800" cy="231300"/>
          </a:xfrm>
          <a:prstGeom prst="ellipse">
            <a:avLst/>
          </a:prstGeom>
          <a:solidFill>
            <a:schemeClr val="lt2"/>
          </a:solidFill>
          <a:ln cap="flat" cmpd="sng" w="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550" lIns="29550" spcFirstLastPara="1" rIns="29550" wrap="square" tIns="2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52" u="sng"/>
              <a:t>code</a:t>
            </a:r>
            <a:endParaRPr sz="452" u="sng"/>
          </a:p>
        </p:txBody>
      </p:sp>
      <p:cxnSp>
        <p:nvCxnSpPr>
          <p:cNvPr id="153" name="Google Shape;153;p14"/>
          <p:cNvCxnSpPr>
            <a:stCxn id="152" idx="4"/>
            <a:endCxn id="145" idx="0"/>
          </p:cNvCxnSpPr>
          <p:nvPr/>
        </p:nvCxnSpPr>
        <p:spPr>
          <a:xfrm>
            <a:off x="8619435" y="459025"/>
            <a:ext cx="19200" cy="160800"/>
          </a:xfrm>
          <a:prstGeom prst="straightConnector1">
            <a:avLst/>
          </a:prstGeom>
          <a:noFill/>
          <a:ln cap="flat" cmpd="sng" w="41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14"/>
          <p:cNvSpPr/>
          <p:nvPr/>
        </p:nvSpPr>
        <p:spPr>
          <a:xfrm>
            <a:off x="2826778" y="1408618"/>
            <a:ext cx="927300" cy="249000"/>
          </a:xfrm>
          <a:prstGeom prst="rect">
            <a:avLst/>
          </a:prstGeom>
          <a:solidFill>
            <a:schemeClr val="lt2"/>
          </a:solidFill>
          <a:ln cap="flat" cmpd="sng" w="8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38"/>
              <a:t>consumables</a:t>
            </a:r>
            <a:endParaRPr sz="938"/>
          </a:p>
        </p:txBody>
      </p:sp>
      <p:sp>
        <p:nvSpPr>
          <p:cNvPr id="155" name="Google Shape;155;p14"/>
          <p:cNvSpPr/>
          <p:nvPr/>
        </p:nvSpPr>
        <p:spPr>
          <a:xfrm>
            <a:off x="2443851" y="1452312"/>
            <a:ext cx="350700" cy="211200"/>
          </a:xfrm>
          <a:prstGeom prst="flowChartConnector">
            <a:avLst/>
          </a:prstGeom>
          <a:solidFill>
            <a:schemeClr val="lt2"/>
          </a:solidFill>
          <a:ln cap="flat" cmpd="sng" w="6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725" lIns="64725" spcFirstLastPara="1" rIns="64725" wrap="square" tIns="64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23" u="sng"/>
              <a:t>id</a:t>
            </a:r>
            <a:endParaRPr sz="823" u="sng"/>
          </a:p>
        </p:txBody>
      </p:sp>
      <p:cxnSp>
        <p:nvCxnSpPr>
          <p:cNvPr id="156" name="Google Shape;156;p14"/>
          <p:cNvCxnSpPr>
            <a:stCxn id="155" idx="6"/>
            <a:endCxn id="154" idx="1"/>
          </p:cNvCxnSpPr>
          <p:nvPr/>
        </p:nvCxnSpPr>
        <p:spPr>
          <a:xfrm flipH="1" rot="10800000">
            <a:off x="2794551" y="1533012"/>
            <a:ext cx="32100" cy="24900"/>
          </a:xfrm>
          <a:prstGeom prst="straightConnector1">
            <a:avLst/>
          </a:prstGeom>
          <a:noFill/>
          <a:ln cap="flat" cmpd="sng" w="4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4"/>
          <p:cNvSpPr/>
          <p:nvPr/>
        </p:nvSpPr>
        <p:spPr>
          <a:xfrm>
            <a:off x="3786220" y="1408606"/>
            <a:ext cx="799009" cy="298547"/>
          </a:xfrm>
          <a:prstGeom prst="flowChartDecision">
            <a:avLst/>
          </a:prstGeom>
          <a:solidFill>
            <a:schemeClr val="lt2"/>
          </a:solidFill>
          <a:ln cap="flat" cmpd="sng" w="8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51"/>
              <a:t>paired</a:t>
            </a:r>
            <a:endParaRPr sz="651"/>
          </a:p>
        </p:txBody>
      </p:sp>
      <p:cxnSp>
        <p:nvCxnSpPr>
          <p:cNvPr id="158" name="Google Shape;158;p14"/>
          <p:cNvCxnSpPr>
            <a:stCxn id="157" idx="1"/>
            <a:endCxn id="154" idx="3"/>
          </p:cNvCxnSpPr>
          <p:nvPr/>
        </p:nvCxnSpPr>
        <p:spPr>
          <a:xfrm rot="10800000">
            <a:off x="3754120" y="1532980"/>
            <a:ext cx="32100" cy="249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4"/>
          <p:cNvCxnSpPr>
            <a:stCxn id="157" idx="3"/>
            <a:endCxn id="89" idx="1"/>
          </p:cNvCxnSpPr>
          <p:nvPr/>
        </p:nvCxnSpPr>
        <p:spPr>
          <a:xfrm flipH="1" rot="10800000">
            <a:off x="4585229" y="1481680"/>
            <a:ext cx="144300" cy="762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14"/>
          <p:cNvSpPr/>
          <p:nvPr/>
        </p:nvSpPr>
        <p:spPr>
          <a:xfrm>
            <a:off x="2409081" y="1311162"/>
            <a:ext cx="3309900" cy="438900"/>
          </a:xfrm>
          <a:prstGeom prst="rect">
            <a:avLst/>
          </a:prstGeom>
          <a:noFill/>
          <a:ln cap="flat" cmpd="sng" w="67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2"/>
          </a:p>
        </p:txBody>
      </p:sp>
      <p:sp>
        <p:nvSpPr>
          <p:cNvPr id="161" name="Google Shape;161;p14"/>
          <p:cNvSpPr/>
          <p:nvPr/>
        </p:nvSpPr>
        <p:spPr>
          <a:xfrm>
            <a:off x="3787040" y="2181331"/>
            <a:ext cx="874466" cy="219511"/>
          </a:xfrm>
          <a:prstGeom prst="flowChartDecision">
            <a:avLst/>
          </a:prstGeom>
          <a:solidFill>
            <a:schemeClr val="lt2"/>
          </a:solidFill>
          <a:ln cap="flat" cmpd="sng" w="8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50"/>
              <a:t>tracks</a:t>
            </a:r>
            <a:endParaRPr sz="750"/>
          </a:p>
        </p:txBody>
      </p:sp>
      <p:cxnSp>
        <p:nvCxnSpPr>
          <p:cNvPr id="162" name="Google Shape;162;p14"/>
          <p:cNvCxnSpPr>
            <a:stCxn id="161" idx="0"/>
            <a:endCxn id="160" idx="2"/>
          </p:cNvCxnSpPr>
          <p:nvPr/>
        </p:nvCxnSpPr>
        <p:spPr>
          <a:xfrm rot="10800000">
            <a:off x="4064073" y="1749931"/>
            <a:ext cx="160200" cy="4314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4"/>
          <p:cNvCxnSpPr>
            <a:endCxn id="161" idx="2"/>
          </p:cNvCxnSpPr>
          <p:nvPr/>
        </p:nvCxnSpPr>
        <p:spPr>
          <a:xfrm flipH="1" rot="10800000">
            <a:off x="4183773" y="2400842"/>
            <a:ext cx="40500" cy="1193100"/>
          </a:xfrm>
          <a:prstGeom prst="straightConnector1">
            <a:avLst/>
          </a:prstGeom>
          <a:noFill/>
          <a:ln cap="flat" cmpd="sng" w="28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14"/>
          <p:cNvSpPr/>
          <p:nvPr/>
        </p:nvSpPr>
        <p:spPr>
          <a:xfrm>
            <a:off x="5309079" y="1000316"/>
            <a:ext cx="938589" cy="246652"/>
          </a:xfrm>
          <a:prstGeom prst="flowChartDecision">
            <a:avLst/>
          </a:prstGeom>
          <a:solidFill>
            <a:schemeClr val="lt2"/>
          </a:solidFill>
          <a:ln cap="flat" cmpd="sng" w="8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51"/>
              <a:t>supplies</a:t>
            </a:r>
            <a:endParaRPr sz="651"/>
          </a:p>
        </p:txBody>
      </p:sp>
      <p:cxnSp>
        <p:nvCxnSpPr>
          <p:cNvPr id="165" name="Google Shape;165;p14"/>
          <p:cNvCxnSpPr>
            <a:stCxn id="164" idx="2"/>
          </p:cNvCxnSpPr>
          <p:nvPr/>
        </p:nvCxnSpPr>
        <p:spPr>
          <a:xfrm flipH="1">
            <a:off x="5200273" y="1246968"/>
            <a:ext cx="578100" cy="1242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4"/>
          <p:cNvSpPr/>
          <p:nvPr/>
        </p:nvSpPr>
        <p:spPr>
          <a:xfrm>
            <a:off x="6110520" y="830509"/>
            <a:ext cx="738300" cy="153600"/>
          </a:xfrm>
          <a:prstGeom prst="rect">
            <a:avLst/>
          </a:prstGeom>
          <a:solidFill>
            <a:schemeClr val="lt2"/>
          </a:solidFill>
          <a:ln cap="flat" cmpd="sng" w="8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39"/>
              <a:t>supplier</a:t>
            </a:r>
            <a:endParaRPr sz="739"/>
          </a:p>
        </p:txBody>
      </p:sp>
      <p:cxnSp>
        <p:nvCxnSpPr>
          <p:cNvPr id="167" name="Google Shape;167;p14"/>
          <p:cNvCxnSpPr>
            <a:stCxn id="166" idx="1"/>
            <a:endCxn id="164" idx="0"/>
          </p:cNvCxnSpPr>
          <p:nvPr/>
        </p:nvCxnSpPr>
        <p:spPr>
          <a:xfrm flipH="1">
            <a:off x="5778420" y="907309"/>
            <a:ext cx="332100" cy="930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ctrTitle"/>
          </p:nvPr>
        </p:nvSpPr>
        <p:spPr>
          <a:xfrm>
            <a:off x="243600" y="59575"/>
            <a:ext cx="1513200" cy="59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/ People</a:t>
            </a:r>
            <a:endParaRPr sz="2400"/>
          </a:p>
        </p:txBody>
      </p:sp>
      <p:pic>
        <p:nvPicPr>
          <p:cNvPr id="173" name="Google Shape;1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400" y="386500"/>
            <a:ext cx="5869076" cy="4370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15"/>
          <p:cNvCxnSpPr/>
          <p:nvPr/>
        </p:nvCxnSpPr>
        <p:spPr>
          <a:xfrm>
            <a:off x="2811150" y="711325"/>
            <a:ext cx="31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5"/>
          <p:cNvCxnSpPr/>
          <p:nvPr/>
        </p:nvCxnSpPr>
        <p:spPr>
          <a:xfrm>
            <a:off x="2783775" y="841300"/>
            <a:ext cx="36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933" y="0"/>
            <a:ext cx="689018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/>
        </p:nvSpPr>
        <p:spPr>
          <a:xfrm>
            <a:off x="3715350" y="1442838"/>
            <a:ext cx="15909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Laboratories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711850" y="1494613"/>
            <a:ext cx="1450200" cy="36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2990375" y="1156063"/>
            <a:ext cx="6009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u="sng">
                <a:solidFill>
                  <a:schemeClr val="dk2"/>
                </a:solidFill>
              </a:rPr>
              <a:t>lab_id</a:t>
            </a:r>
            <a:endParaRPr sz="900" u="sng">
              <a:solidFill>
                <a:schemeClr val="dk2"/>
              </a:solidFill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3042450" y="1212988"/>
            <a:ext cx="403500" cy="22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" name="Google Shape;189;p17"/>
          <p:cNvCxnSpPr>
            <a:stCxn id="188" idx="5"/>
          </p:cNvCxnSpPr>
          <p:nvPr/>
        </p:nvCxnSpPr>
        <p:spPr>
          <a:xfrm>
            <a:off x="3386859" y="1404525"/>
            <a:ext cx="328500" cy="9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7"/>
          <p:cNvSpPr txBox="1"/>
          <p:nvPr/>
        </p:nvSpPr>
        <p:spPr>
          <a:xfrm>
            <a:off x="3651750" y="1094713"/>
            <a:ext cx="64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name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695800" y="1182163"/>
            <a:ext cx="360600" cy="148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17"/>
          <p:cNvCxnSpPr>
            <a:stCxn id="191" idx="4"/>
          </p:cNvCxnSpPr>
          <p:nvPr/>
        </p:nvCxnSpPr>
        <p:spPr>
          <a:xfrm>
            <a:off x="3876100" y="1330363"/>
            <a:ext cx="132300" cy="16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17"/>
          <p:cNvSpPr txBox="1"/>
          <p:nvPr/>
        </p:nvSpPr>
        <p:spPr>
          <a:xfrm>
            <a:off x="4833475" y="1094713"/>
            <a:ext cx="230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building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4870550" y="1156063"/>
            <a:ext cx="480600" cy="20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17"/>
          <p:cNvCxnSpPr>
            <a:stCxn id="194" idx="4"/>
          </p:cNvCxnSpPr>
          <p:nvPr/>
        </p:nvCxnSpPr>
        <p:spPr>
          <a:xfrm flipH="1">
            <a:off x="4869650" y="1356463"/>
            <a:ext cx="241200" cy="13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17"/>
          <p:cNvSpPr txBox="1"/>
          <p:nvPr/>
        </p:nvSpPr>
        <p:spPr>
          <a:xfrm>
            <a:off x="5306250" y="1271663"/>
            <a:ext cx="230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rsrch_area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5342250" y="1362438"/>
            <a:ext cx="681000" cy="168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17"/>
          <p:cNvCxnSpPr>
            <a:stCxn id="197" idx="3"/>
          </p:cNvCxnSpPr>
          <p:nvPr/>
        </p:nvCxnSpPr>
        <p:spPr>
          <a:xfrm flipH="1">
            <a:off x="5165980" y="1506091"/>
            <a:ext cx="276000" cy="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17"/>
          <p:cNvSpPr txBox="1"/>
          <p:nvPr/>
        </p:nvSpPr>
        <p:spPr>
          <a:xfrm>
            <a:off x="4120425" y="1039338"/>
            <a:ext cx="230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room_num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4156500" y="1126088"/>
            <a:ext cx="648900" cy="168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17"/>
          <p:cNvCxnSpPr>
            <a:stCxn id="200" idx="4"/>
            <a:endCxn id="186" idx="0"/>
          </p:cNvCxnSpPr>
          <p:nvPr/>
        </p:nvCxnSpPr>
        <p:spPr>
          <a:xfrm flipH="1">
            <a:off x="4436850" y="1294388"/>
            <a:ext cx="4410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17"/>
          <p:cNvSpPr txBox="1"/>
          <p:nvPr/>
        </p:nvSpPr>
        <p:spPr>
          <a:xfrm>
            <a:off x="1845450" y="1459363"/>
            <a:ext cx="119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</a:rPr>
              <a:t>Attached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1661300" y="1370388"/>
            <a:ext cx="1296600" cy="611100"/>
          </a:xfrm>
          <a:prstGeom prst="diamond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17"/>
          <p:cNvCxnSpPr>
            <a:stCxn id="203" idx="3"/>
            <a:endCxn id="186" idx="1"/>
          </p:cNvCxnSpPr>
          <p:nvPr/>
        </p:nvCxnSpPr>
        <p:spPr>
          <a:xfrm flipH="1" rot="10800000">
            <a:off x="2957900" y="1675038"/>
            <a:ext cx="7539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17"/>
          <p:cNvSpPr txBox="1"/>
          <p:nvPr/>
        </p:nvSpPr>
        <p:spPr>
          <a:xfrm>
            <a:off x="338925" y="1445088"/>
            <a:ext cx="23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People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350950" y="1509163"/>
            <a:ext cx="881400" cy="36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17"/>
          <p:cNvCxnSpPr>
            <a:stCxn id="206" idx="3"/>
          </p:cNvCxnSpPr>
          <p:nvPr/>
        </p:nvCxnSpPr>
        <p:spPr>
          <a:xfrm flipH="1" rot="10800000">
            <a:off x="1232350" y="1682863"/>
            <a:ext cx="4446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7"/>
          <p:cNvSpPr txBox="1"/>
          <p:nvPr/>
        </p:nvSpPr>
        <p:spPr>
          <a:xfrm>
            <a:off x="4101850" y="2467963"/>
            <a:ext cx="71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Host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4029850" y="2415913"/>
            <a:ext cx="814200" cy="572700"/>
          </a:xfrm>
          <a:prstGeom prst="diamond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17"/>
          <p:cNvCxnSpPr>
            <a:stCxn id="186" idx="2"/>
            <a:endCxn id="209" idx="0"/>
          </p:cNvCxnSpPr>
          <p:nvPr/>
        </p:nvCxnSpPr>
        <p:spPr>
          <a:xfrm>
            <a:off x="4436950" y="1855213"/>
            <a:ext cx="0" cy="56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17"/>
          <p:cNvSpPr txBox="1"/>
          <p:nvPr/>
        </p:nvSpPr>
        <p:spPr>
          <a:xfrm>
            <a:off x="2503200" y="3634438"/>
            <a:ext cx="13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Fixed_Units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2511500" y="3637963"/>
            <a:ext cx="1389900" cy="46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4814950" y="3640213"/>
            <a:ext cx="15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Mobile</a:t>
            </a:r>
            <a:r>
              <a:rPr lang="fr" sz="1800">
                <a:solidFill>
                  <a:schemeClr val="dk2"/>
                </a:solidFill>
              </a:rPr>
              <a:t>_Units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4814950" y="3637963"/>
            <a:ext cx="1504200" cy="46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" name="Google Shape;215;p17"/>
          <p:cNvCxnSpPr/>
          <p:nvPr/>
        </p:nvCxnSpPr>
        <p:spPr>
          <a:xfrm flipH="1" rot="10800000">
            <a:off x="3547700" y="2851363"/>
            <a:ext cx="686700" cy="78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17"/>
          <p:cNvCxnSpPr/>
          <p:nvPr/>
        </p:nvCxnSpPr>
        <p:spPr>
          <a:xfrm rot="10800000">
            <a:off x="4650450" y="2847163"/>
            <a:ext cx="649200" cy="79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17"/>
          <p:cNvSpPr txBox="1"/>
          <p:nvPr/>
        </p:nvSpPr>
        <p:spPr>
          <a:xfrm>
            <a:off x="6114575" y="1460138"/>
            <a:ext cx="110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Supervises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5916000" y="1369363"/>
            <a:ext cx="1428600" cy="611100"/>
          </a:xfrm>
          <a:prstGeom prst="diamond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17"/>
          <p:cNvCxnSpPr>
            <a:stCxn id="186" idx="3"/>
            <a:endCxn id="218" idx="1"/>
          </p:cNvCxnSpPr>
          <p:nvPr/>
        </p:nvCxnSpPr>
        <p:spPr>
          <a:xfrm>
            <a:off x="5162050" y="1674913"/>
            <a:ext cx="75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17"/>
          <p:cNvSpPr txBox="1"/>
          <p:nvPr/>
        </p:nvSpPr>
        <p:spPr>
          <a:xfrm>
            <a:off x="7808950" y="1445088"/>
            <a:ext cx="115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Faculty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7821475" y="1515638"/>
            <a:ext cx="898800" cy="323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17"/>
          <p:cNvCxnSpPr>
            <a:stCxn id="218" idx="3"/>
            <a:endCxn id="221" idx="1"/>
          </p:cNvCxnSpPr>
          <p:nvPr/>
        </p:nvCxnSpPr>
        <p:spPr>
          <a:xfrm>
            <a:off x="7344600" y="1674913"/>
            <a:ext cx="4770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17"/>
          <p:cNvSpPr txBox="1"/>
          <p:nvPr>
            <p:ph idx="4294967295" type="ctrTitle"/>
          </p:nvPr>
        </p:nvSpPr>
        <p:spPr>
          <a:xfrm>
            <a:off x="243600" y="59575"/>
            <a:ext cx="18891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/ Laboratories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50" y="1121692"/>
            <a:ext cx="4292152" cy="320408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4937147" y="873833"/>
            <a:ext cx="12147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9800" lIns="69800" spcFirstLastPara="1" rIns="69800" wrap="square" tIns="6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75">
                <a:solidFill>
                  <a:schemeClr val="dk2"/>
                </a:solidFill>
              </a:rPr>
              <a:t>Laboratories</a:t>
            </a:r>
            <a:endParaRPr sz="1375">
              <a:solidFill>
                <a:schemeClr val="dk2"/>
              </a:solidFill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4934474" y="913371"/>
            <a:ext cx="1107000" cy="275100"/>
          </a:xfrm>
          <a:prstGeom prst="rect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sp>
        <p:nvSpPr>
          <p:cNvPr id="231" name="Google Shape;231;p18"/>
          <p:cNvSpPr txBox="1"/>
          <p:nvPr/>
        </p:nvSpPr>
        <p:spPr>
          <a:xfrm>
            <a:off x="3509233" y="886452"/>
            <a:ext cx="91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9800" lIns="69800" spcFirstLastPara="1" rIns="69800" wrap="square" tIns="69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22">
                <a:solidFill>
                  <a:schemeClr val="dk2"/>
                </a:solidFill>
              </a:rPr>
              <a:t>Attached</a:t>
            </a:r>
            <a:endParaRPr sz="1222">
              <a:solidFill>
                <a:schemeClr val="dk2"/>
              </a:solidFill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3368610" y="818508"/>
            <a:ext cx="990000" cy="466500"/>
          </a:xfrm>
          <a:prstGeom prst="diamond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cxnSp>
        <p:nvCxnSpPr>
          <p:cNvPr id="233" name="Google Shape;233;p18"/>
          <p:cNvCxnSpPr>
            <a:stCxn id="232" idx="3"/>
            <a:endCxn id="230" idx="1"/>
          </p:cNvCxnSpPr>
          <p:nvPr/>
        </p:nvCxnSpPr>
        <p:spPr>
          <a:xfrm flipH="1" rot="10800000">
            <a:off x="4358610" y="1050858"/>
            <a:ext cx="576000" cy="900"/>
          </a:xfrm>
          <a:prstGeom prst="straightConnector1">
            <a:avLst/>
          </a:prstGeom>
          <a:noFill/>
          <a:ln cap="flat" cmpd="sng" w="21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18"/>
          <p:cNvCxnSpPr/>
          <p:nvPr/>
        </p:nvCxnSpPr>
        <p:spPr>
          <a:xfrm flipH="1" rot="10800000">
            <a:off x="1763746" y="1057247"/>
            <a:ext cx="1616700" cy="375000"/>
          </a:xfrm>
          <a:prstGeom prst="straightConnector1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18"/>
          <p:cNvSpPr txBox="1"/>
          <p:nvPr/>
        </p:nvSpPr>
        <p:spPr>
          <a:xfrm>
            <a:off x="5232290" y="1656657"/>
            <a:ext cx="544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9800" lIns="69800" spcFirstLastPara="1" rIns="69800" wrap="square" tIns="6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75">
                <a:solidFill>
                  <a:schemeClr val="dk2"/>
                </a:solidFill>
              </a:rPr>
              <a:t>Host</a:t>
            </a:r>
            <a:endParaRPr sz="1375">
              <a:solidFill>
                <a:schemeClr val="dk2"/>
              </a:solidFill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5177309" y="1616909"/>
            <a:ext cx="621600" cy="437100"/>
          </a:xfrm>
          <a:prstGeom prst="diamond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cxnSp>
        <p:nvCxnSpPr>
          <p:cNvPr id="237" name="Google Shape;237;p18"/>
          <p:cNvCxnSpPr>
            <a:stCxn id="230" idx="2"/>
            <a:endCxn id="236" idx="0"/>
          </p:cNvCxnSpPr>
          <p:nvPr/>
        </p:nvCxnSpPr>
        <p:spPr>
          <a:xfrm>
            <a:off x="5487974" y="1188471"/>
            <a:ext cx="0" cy="428400"/>
          </a:xfrm>
          <a:prstGeom prst="straightConnector1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18"/>
          <p:cNvSpPr txBox="1"/>
          <p:nvPr/>
        </p:nvSpPr>
        <p:spPr>
          <a:xfrm>
            <a:off x="4011511" y="2547421"/>
            <a:ext cx="1068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9800" lIns="69800" spcFirstLastPara="1" rIns="69800" wrap="square" tIns="69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75">
                <a:solidFill>
                  <a:schemeClr val="dk2"/>
                </a:solidFill>
              </a:rPr>
              <a:t>Fixed_Units</a:t>
            </a:r>
            <a:endParaRPr sz="1375">
              <a:solidFill>
                <a:schemeClr val="dk2"/>
              </a:solidFill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017849" y="2550112"/>
            <a:ext cx="1061400" cy="355800"/>
          </a:xfrm>
          <a:prstGeom prst="rect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sp>
        <p:nvSpPr>
          <p:cNvPr id="240" name="Google Shape;240;p18"/>
          <p:cNvSpPr txBox="1"/>
          <p:nvPr/>
        </p:nvSpPr>
        <p:spPr>
          <a:xfrm>
            <a:off x="5776836" y="2551831"/>
            <a:ext cx="1214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9800" lIns="69800" spcFirstLastPara="1" rIns="69800" wrap="square" tIns="69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75">
                <a:solidFill>
                  <a:schemeClr val="dk2"/>
                </a:solidFill>
              </a:rPr>
              <a:t>Mobile_Units</a:t>
            </a:r>
            <a:endParaRPr sz="1375">
              <a:solidFill>
                <a:schemeClr val="dk2"/>
              </a:solidFill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5776836" y="2550112"/>
            <a:ext cx="1148700" cy="355800"/>
          </a:xfrm>
          <a:prstGeom prst="rect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cxnSp>
        <p:nvCxnSpPr>
          <p:cNvPr id="242" name="Google Shape;242;p18"/>
          <p:cNvCxnSpPr/>
          <p:nvPr/>
        </p:nvCxnSpPr>
        <p:spPr>
          <a:xfrm flipH="1" rot="10800000">
            <a:off x="4809124" y="1949512"/>
            <a:ext cx="524400" cy="600600"/>
          </a:xfrm>
          <a:prstGeom prst="straightConnector1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18"/>
          <p:cNvCxnSpPr/>
          <p:nvPr/>
        </p:nvCxnSpPr>
        <p:spPr>
          <a:xfrm rot="10800000">
            <a:off x="5651368" y="1946212"/>
            <a:ext cx="495600" cy="603900"/>
          </a:xfrm>
          <a:prstGeom prst="straightConnector1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8"/>
          <p:cNvSpPr txBox="1"/>
          <p:nvPr/>
        </p:nvSpPr>
        <p:spPr>
          <a:xfrm>
            <a:off x="6769270" y="887044"/>
            <a:ext cx="842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9800" lIns="69800" spcFirstLastPara="1" rIns="69800" wrap="square" tIns="69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69">
                <a:solidFill>
                  <a:schemeClr val="dk2"/>
                </a:solidFill>
              </a:rPr>
              <a:t>Supervises</a:t>
            </a:r>
            <a:endParaRPr sz="764">
              <a:solidFill>
                <a:schemeClr val="dk2"/>
              </a:solidFill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6617632" y="817725"/>
            <a:ext cx="1090800" cy="466500"/>
          </a:xfrm>
          <a:prstGeom prst="diamond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cxnSp>
        <p:nvCxnSpPr>
          <p:cNvPr id="246" name="Google Shape;246;p18"/>
          <p:cNvCxnSpPr>
            <a:stCxn id="230" idx="3"/>
            <a:endCxn id="245" idx="1"/>
          </p:cNvCxnSpPr>
          <p:nvPr/>
        </p:nvCxnSpPr>
        <p:spPr>
          <a:xfrm>
            <a:off x="6041474" y="1050921"/>
            <a:ext cx="576300" cy="0"/>
          </a:xfrm>
          <a:prstGeom prst="straightConnector1">
            <a:avLst/>
          </a:prstGeom>
          <a:noFill/>
          <a:ln cap="flat" cmpd="sng" w="21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18"/>
          <p:cNvSpPr txBox="1"/>
          <p:nvPr/>
        </p:nvSpPr>
        <p:spPr>
          <a:xfrm>
            <a:off x="8063148" y="875551"/>
            <a:ext cx="881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9800" lIns="69800" spcFirstLastPara="1" rIns="69800" wrap="square" tIns="69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75">
                <a:solidFill>
                  <a:schemeClr val="dk2"/>
                </a:solidFill>
              </a:rPr>
              <a:t>Faculty</a:t>
            </a:r>
            <a:endParaRPr sz="1375">
              <a:solidFill>
                <a:schemeClr val="dk2"/>
              </a:solidFill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8072712" y="929426"/>
            <a:ext cx="686400" cy="246900"/>
          </a:xfrm>
          <a:prstGeom prst="rect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00" lIns="69800" spcFirstLastPara="1" rIns="698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cxnSp>
        <p:nvCxnSpPr>
          <p:cNvPr id="249" name="Google Shape;249;p18"/>
          <p:cNvCxnSpPr>
            <a:stCxn id="245" idx="3"/>
            <a:endCxn id="248" idx="1"/>
          </p:cNvCxnSpPr>
          <p:nvPr/>
        </p:nvCxnSpPr>
        <p:spPr>
          <a:xfrm>
            <a:off x="7708432" y="1050975"/>
            <a:ext cx="364200" cy="1800"/>
          </a:xfrm>
          <a:prstGeom prst="straightConnector1">
            <a:avLst/>
          </a:prstGeom>
          <a:noFill/>
          <a:ln cap="flat" cmpd="sng" w="7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/>
          <p:nvPr/>
        </p:nvSpPr>
        <p:spPr>
          <a:xfrm>
            <a:off x="1121600" y="2950725"/>
            <a:ext cx="158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Equip_Model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151800" y="3028700"/>
            <a:ext cx="1454100" cy="34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258600" y="2926138"/>
            <a:ext cx="230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u="sng">
                <a:solidFill>
                  <a:schemeClr val="dk2"/>
                </a:solidFill>
              </a:rPr>
              <a:t>model_id</a:t>
            </a:r>
            <a:endParaRPr sz="900" u="sng">
              <a:solidFill>
                <a:schemeClr val="dk2"/>
              </a:solidFill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286550" y="2968600"/>
            <a:ext cx="592800" cy="252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stCxn id="257" idx="6"/>
          </p:cNvCxnSpPr>
          <p:nvPr/>
        </p:nvCxnSpPr>
        <p:spPr>
          <a:xfrm>
            <a:off x="879350" y="3094750"/>
            <a:ext cx="276600" cy="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 txBox="1"/>
          <p:nvPr/>
        </p:nvSpPr>
        <p:spPr>
          <a:xfrm>
            <a:off x="366650" y="3412425"/>
            <a:ext cx="230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req_env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374675" y="3477350"/>
            <a:ext cx="548700" cy="216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19"/>
          <p:cNvCxnSpPr>
            <a:stCxn id="260" idx="7"/>
          </p:cNvCxnSpPr>
          <p:nvPr/>
        </p:nvCxnSpPr>
        <p:spPr>
          <a:xfrm flipH="1" rot="10800000">
            <a:off x="843020" y="3377326"/>
            <a:ext cx="312900" cy="1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19"/>
          <p:cNvSpPr txBox="1"/>
          <p:nvPr/>
        </p:nvSpPr>
        <p:spPr>
          <a:xfrm>
            <a:off x="1149800" y="3573500"/>
            <a:ext cx="74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category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1155800" y="3609550"/>
            <a:ext cx="609000" cy="272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19"/>
          <p:cNvCxnSpPr>
            <a:stCxn id="263" idx="0"/>
          </p:cNvCxnSpPr>
          <p:nvPr/>
        </p:nvCxnSpPr>
        <p:spPr>
          <a:xfrm flipH="1" rot="10800000">
            <a:off x="1460300" y="3377350"/>
            <a:ext cx="148200" cy="2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19"/>
          <p:cNvSpPr txBox="1"/>
          <p:nvPr/>
        </p:nvSpPr>
        <p:spPr>
          <a:xfrm>
            <a:off x="2145425" y="3573500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cname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2165275" y="3641600"/>
            <a:ext cx="508800" cy="216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7" name="Google Shape;267;p19"/>
          <p:cNvCxnSpPr>
            <a:stCxn id="266" idx="0"/>
          </p:cNvCxnSpPr>
          <p:nvPr/>
        </p:nvCxnSpPr>
        <p:spPr>
          <a:xfrm rot="10800000">
            <a:off x="2245375" y="3381200"/>
            <a:ext cx="174300" cy="2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19"/>
          <p:cNvSpPr txBox="1"/>
          <p:nvPr/>
        </p:nvSpPr>
        <p:spPr>
          <a:xfrm>
            <a:off x="995575" y="2439850"/>
            <a:ext cx="89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spcl_training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1011600" y="2487900"/>
            <a:ext cx="801300" cy="26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" name="Google Shape;270;p19"/>
          <p:cNvCxnSpPr>
            <a:stCxn id="269" idx="4"/>
          </p:cNvCxnSpPr>
          <p:nvPr/>
        </p:nvCxnSpPr>
        <p:spPr>
          <a:xfrm>
            <a:off x="1412250" y="2748300"/>
            <a:ext cx="20010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19"/>
          <p:cNvSpPr txBox="1"/>
          <p:nvPr/>
        </p:nvSpPr>
        <p:spPr>
          <a:xfrm>
            <a:off x="3194775" y="2069975"/>
            <a:ext cx="153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Corresponds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3078625" y="1915075"/>
            <a:ext cx="1694400" cy="789300"/>
          </a:xfrm>
          <a:prstGeom prst="diamond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3" name="Google Shape;273;p19"/>
          <p:cNvCxnSpPr/>
          <p:nvPr/>
        </p:nvCxnSpPr>
        <p:spPr>
          <a:xfrm flipH="1" rot="10800000">
            <a:off x="2609925" y="2511875"/>
            <a:ext cx="865200" cy="50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9"/>
          <p:cNvSpPr txBox="1"/>
          <p:nvPr/>
        </p:nvSpPr>
        <p:spPr>
          <a:xfrm>
            <a:off x="5870675" y="797425"/>
            <a:ext cx="14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Equip_Units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5886700" y="869550"/>
            <a:ext cx="1374000" cy="34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6271275" y="340775"/>
            <a:ext cx="80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u="sng">
                <a:solidFill>
                  <a:schemeClr val="dk2"/>
                </a:solidFill>
              </a:rPr>
              <a:t>serial_num</a:t>
            </a:r>
            <a:endParaRPr sz="900" u="sng">
              <a:solidFill>
                <a:schemeClr val="dk2"/>
              </a:solidFill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6298400" y="399800"/>
            <a:ext cx="665700" cy="232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19"/>
          <p:cNvCxnSpPr>
            <a:stCxn id="277" idx="4"/>
            <a:endCxn id="275" idx="0"/>
          </p:cNvCxnSpPr>
          <p:nvPr/>
        </p:nvCxnSpPr>
        <p:spPr>
          <a:xfrm flipH="1">
            <a:off x="6573650" y="632000"/>
            <a:ext cx="576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19"/>
          <p:cNvSpPr txBox="1"/>
          <p:nvPr/>
        </p:nvSpPr>
        <p:spPr>
          <a:xfrm>
            <a:off x="7205575" y="399800"/>
            <a:ext cx="76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acqu_date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213900" y="453875"/>
            <a:ext cx="665700" cy="252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1" name="Google Shape;281;p19"/>
          <p:cNvCxnSpPr>
            <a:stCxn id="280" idx="3"/>
          </p:cNvCxnSpPr>
          <p:nvPr/>
        </p:nvCxnSpPr>
        <p:spPr>
          <a:xfrm flipH="1">
            <a:off x="7113990" y="669227"/>
            <a:ext cx="197400" cy="2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19"/>
          <p:cNvSpPr txBox="1"/>
          <p:nvPr/>
        </p:nvSpPr>
        <p:spPr>
          <a:xfrm>
            <a:off x="5586500" y="453875"/>
            <a:ext cx="80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cost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5586500" y="516300"/>
            <a:ext cx="399600" cy="204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4" name="Google Shape;284;p19"/>
          <p:cNvCxnSpPr>
            <a:stCxn id="283" idx="5"/>
          </p:cNvCxnSpPr>
          <p:nvPr/>
        </p:nvCxnSpPr>
        <p:spPr>
          <a:xfrm>
            <a:off x="5927580" y="691193"/>
            <a:ext cx="150000" cy="18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19"/>
          <p:cNvSpPr txBox="1"/>
          <p:nvPr/>
        </p:nvSpPr>
        <p:spPr>
          <a:xfrm>
            <a:off x="4927775" y="823675"/>
            <a:ext cx="239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opp_status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4937600" y="890825"/>
            <a:ext cx="690900" cy="216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" name="Google Shape;287;p19"/>
          <p:cNvCxnSpPr>
            <a:stCxn id="286" idx="6"/>
          </p:cNvCxnSpPr>
          <p:nvPr/>
        </p:nvCxnSpPr>
        <p:spPr>
          <a:xfrm>
            <a:off x="5628500" y="998975"/>
            <a:ext cx="262200" cy="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19"/>
          <p:cNvSpPr txBox="1"/>
          <p:nvPr/>
        </p:nvSpPr>
        <p:spPr>
          <a:xfrm>
            <a:off x="7630025" y="837425"/>
            <a:ext cx="145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lab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289" name="Google Shape;289;p19"/>
          <p:cNvCxnSpPr>
            <a:stCxn id="288" idx="1"/>
          </p:cNvCxnSpPr>
          <p:nvPr/>
        </p:nvCxnSpPr>
        <p:spPr>
          <a:xfrm flipH="1">
            <a:off x="7263725" y="998975"/>
            <a:ext cx="366300" cy="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19"/>
          <p:cNvSpPr/>
          <p:nvPr/>
        </p:nvSpPr>
        <p:spPr>
          <a:xfrm>
            <a:off x="7634200" y="928275"/>
            <a:ext cx="312900" cy="158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6314750" y="1773050"/>
            <a:ext cx="5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ISA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6190900" y="1598150"/>
            <a:ext cx="765600" cy="6033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3" name="Google Shape;293;p19"/>
          <p:cNvCxnSpPr>
            <a:stCxn id="292" idx="0"/>
            <a:endCxn id="275" idx="2"/>
          </p:cNvCxnSpPr>
          <p:nvPr/>
        </p:nvCxnSpPr>
        <p:spPr>
          <a:xfrm rot="10800000">
            <a:off x="6573700" y="1218050"/>
            <a:ext cx="0" cy="3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19"/>
          <p:cNvSpPr txBox="1"/>
          <p:nvPr/>
        </p:nvSpPr>
        <p:spPr>
          <a:xfrm>
            <a:off x="4928975" y="3063513"/>
            <a:ext cx="23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4725075" y="3089638"/>
            <a:ext cx="13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Fixed_Units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4733375" y="3093163"/>
            <a:ext cx="1389900" cy="46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6907550" y="3089650"/>
            <a:ext cx="15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Mobile_Units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6907550" y="3087400"/>
            <a:ext cx="1504200" cy="46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9" name="Google Shape;299;p19"/>
          <p:cNvCxnSpPr>
            <a:stCxn id="296" idx="0"/>
            <a:endCxn id="292" idx="2"/>
          </p:cNvCxnSpPr>
          <p:nvPr/>
        </p:nvCxnSpPr>
        <p:spPr>
          <a:xfrm flipH="1" rot="10800000">
            <a:off x="5428325" y="2201563"/>
            <a:ext cx="762600" cy="89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9"/>
          <p:cNvCxnSpPr>
            <a:stCxn id="298" idx="0"/>
            <a:endCxn id="292" idx="4"/>
          </p:cNvCxnSpPr>
          <p:nvPr/>
        </p:nvCxnSpPr>
        <p:spPr>
          <a:xfrm rot="10800000">
            <a:off x="6956450" y="2201500"/>
            <a:ext cx="703200" cy="88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19"/>
          <p:cNvCxnSpPr/>
          <p:nvPr/>
        </p:nvCxnSpPr>
        <p:spPr>
          <a:xfrm flipH="1">
            <a:off x="4280175" y="1223750"/>
            <a:ext cx="1610400" cy="8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19"/>
          <p:cNvSpPr txBox="1"/>
          <p:nvPr>
            <p:ph type="title"/>
          </p:nvPr>
        </p:nvSpPr>
        <p:spPr>
          <a:xfrm>
            <a:off x="311700" y="445025"/>
            <a:ext cx="348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/Equipement Units &amp; Model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 txBox="1"/>
          <p:nvPr/>
        </p:nvSpPr>
        <p:spPr>
          <a:xfrm>
            <a:off x="7988487" y="2254153"/>
            <a:ext cx="961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92">
                <a:solidFill>
                  <a:schemeClr val="dk2"/>
                </a:solidFill>
              </a:rPr>
              <a:t>Equip_Model</a:t>
            </a:r>
            <a:endParaRPr sz="1092">
              <a:solidFill>
                <a:schemeClr val="dk2"/>
              </a:solidFill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8006805" y="2303405"/>
            <a:ext cx="881700" cy="220200"/>
          </a:xfrm>
          <a:prstGeom prst="rect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50" lIns="55450" spcFirstLastPara="1" rIns="55450" wrap="square" tIns="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9"/>
          </a:p>
        </p:txBody>
      </p:sp>
      <p:sp>
        <p:nvSpPr>
          <p:cNvPr id="309" name="Google Shape;309;p20"/>
          <p:cNvSpPr txBox="1"/>
          <p:nvPr/>
        </p:nvSpPr>
        <p:spPr>
          <a:xfrm>
            <a:off x="6898367" y="1762929"/>
            <a:ext cx="928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92">
                <a:solidFill>
                  <a:schemeClr val="dk2"/>
                </a:solidFill>
              </a:rPr>
              <a:t>Corresponds</a:t>
            </a:r>
            <a:endParaRPr sz="1092">
              <a:solidFill>
                <a:schemeClr val="dk2"/>
              </a:solidFill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6827919" y="1665089"/>
            <a:ext cx="1027500" cy="498900"/>
          </a:xfrm>
          <a:prstGeom prst="diamond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50" lIns="55450" spcFirstLastPara="1" rIns="55450" wrap="square" tIns="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9"/>
          </a:p>
        </p:txBody>
      </p:sp>
      <p:cxnSp>
        <p:nvCxnSpPr>
          <p:cNvPr id="311" name="Google Shape;311;p20"/>
          <p:cNvCxnSpPr>
            <a:stCxn id="308" idx="1"/>
            <a:endCxn id="310" idx="3"/>
          </p:cNvCxnSpPr>
          <p:nvPr/>
        </p:nvCxnSpPr>
        <p:spPr>
          <a:xfrm rot="10800000">
            <a:off x="7855305" y="1914605"/>
            <a:ext cx="151500" cy="498900"/>
          </a:xfrm>
          <a:prstGeom prst="straightConnector1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20"/>
          <p:cNvSpPr txBox="1"/>
          <p:nvPr/>
        </p:nvSpPr>
        <p:spPr>
          <a:xfrm>
            <a:off x="5802364" y="1310188"/>
            <a:ext cx="881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92">
                <a:solidFill>
                  <a:schemeClr val="dk2"/>
                </a:solidFill>
              </a:rPr>
              <a:t>Equip_Units</a:t>
            </a:r>
            <a:endParaRPr sz="1092">
              <a:solidFill>
                <a:schemeClr val="dk2"/>
              </a:solidFill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5812083" y="1355745"/>
            <a:ext cx="832800" cy="220200"/>
          </a:xfrm>
          <a:prstGeom prst="rect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50" lIns="55450" spcFirstLastPara="1" rIns="55450" wrap="square" tIns="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9"/>
          </a:p>
        </p:txBody>
      </p:sp>
      <p:sp>
        <p:nvSpPr>
          <p:cNvPr id="314" name="Google Shape;314;p20"/>
          <p:cNvSpPr txBox="1"/>
          <p:nvPr/>
        </p:nvSpPr>
        <p:spPr>
          <a:xfrm>
            <a:off x="6071706" y="1926428"/>
            <a:ext cx="3594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92">
                <a:solidFill>
                  <a:schemeClr val="dk2"/>
                </a:solidFill>
              </a:rPr>
              <a:t>ISA</a:t>
            </a:r>
            <a:endParaRPr sz="1092">
              <a:solidFill>
                <a:schemeClr val="dk2"/>
              </a:solidFill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5996588" y="1815955"/>
            <a:ext cx="464100" cy="381000"/>
          </a:xfrm>
          <a:prstGeom prst="triangle">
            <a:avLst>
              <a:gd fmla="val 50000" name="adj"/>
            </a:avLst>
          </a:prstGeom>
          <a:noFill/>
          <a:ln cap="flat" cmpd="sng" w="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50" lIns="55450" spcFirstLastPara="1" rIns="55450" wrap="square" tIns="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9"/>
          </a:p>
        </p:txBody>
      </p:sp>
      <p:cxnSp>
        <p:nvCxnSpPr>
          <p:cNvPr id="316" name="Google Shape;316;p20"/>
          <p:cNvCxnSpPr>
            <a:stCxn id="315" idx="0"/>
            <a:endCxn id="313" idx="2"/>
          </p:cNvCxnSpPr>
          <p:nvPr/>
        </p:nvCxnSpPr>
        <p:spPr>
          <a:xfrm rot="10800000">
            <a:off x="6228338" y="1575955"/>
            <a:ext cx="300" cy="240000"/>
          </a:xfrm>
          <a:prstGeom prst="straightConnector1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20"/>
          <p:cNvCxnSpPr>
            <a:stCxn id="318" idx="3"/>
            <a:endCxn id="315" idx="2"/>
          </p:cNvCxnSpPr>
          <p:nvPr/>
        </p:nvCxnSpPr>
        <p:spPr>
          <a:xfrm flipH="1" rot="10800000">
            <a:off x="4674168" y="2197097"/>
            <a:ext cx="1322400" cy="447600"/>
          </a:xfrm>
          <a:prstGeom prst="straightConnector1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0"/>
          <p:cNvCxnSpPr>
            <a:stCxn id="320" idx="3"/>
            <a:endCxn id="315" idx="4"/>
          </p:cNvCxnSpPr>
          <p:nvPr/>
        </p:nvCxnSpPr>
        <p:spPr>
          <a:xfrm flipH="1" rot="10800000">
            <a:off x="6368666" y="2197097"/>
            <a:ext cx="92100" cy="447600"/>
          </a:xfrm>
          <a:prstGeom prst="straightConnector1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20"/>
          <p:cNvCxnSpPr>
            <a:stCxn id="313" idx="3"/>
            <a:endCxn id="310" idx="1"/>
          </p:cNvCxnSpPr>
          <p:nvPr/>
        </p:nvCxnSpPr>
        <p:spPr>
          <a:xfrm>
            <a:off x="6644883" y="1465845"/>
            <a:ext cx="183000" cy="448800"/>
          </a:xfrm>
          <a:prstGeom prst="straightConnector1">
            <a:avLst/>
          </a:prstGeom>
          <a:noFill/>
          <a:ln cap="flat" cmpd="sng" w="173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22" name="Google Shape;3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13" y="1108889"/>
            <a:ext cx="3940080" cy="306306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 txBox="1"/>
          <p:nvPr/>
        </p:nvSpPr>
        <p:spPr>
          <a:xfrm>
            <a:off x="4543656" y="871939"/>
            <a:ext cx="11151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62">
                <a:solidFill>
                  <a:schemeClr val="dk2"/>
                </a:solidFill>
              </a:rPr>
              <a:t>Laboratories</a:t>
            </a:r>
            <a:endParaRPr sz="1262">
              <a:solidFill>
                <a:schemeClr val="dk2"/>
              </a:solidFill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4541203" y="909736"/>
            <a:ext cx="1016400" cy="263100"/>
          </a:xfrm>
          <a:prstGeom prst="rect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sp>
        <p:nvSpPr>
          <p:cNvPr id="325" name="Google Shape;325;p20"/>
          <p:cNvSpPr txBox="1"/>
          <p:nvPr/>
        </p:nvSpPr>
        <p:spPr>
          <a:xfrm>
            <a:off x="3232872" y="884003"/>
            <a:ext cx="8391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22">
                <a:solidFill>
                  <a:schemeClr val="dk2"/>
                </a:solidFill>
              </a:rPr>
              <a:t>Attached</a:t>
            </a:r>
            <a:endParaRPr sz="1122">
              <a:solidFill>
                <a:schemeClr val="dk2"/>
              </a:solidFill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3103785" y="819048"/>
            <a:ext cx="908700" cy="446100"/>
          </a:xfrm>
          <a:prstGeom prst="diamond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cxnSp>
        <p:nvCxnSpPr>
          <p:cNvPr id="327" name="Google Shape;327;p20"/>
          <p:cNvCxnSpPr>
            <a:stCxn id="326" idx="3"/>
            <a:endCxn id="324" idx="1"/>
          </p:cNvCxnSpPr>
          <p:nvPr/>
        </p:nvCxnSpPr>
        <p:spPr>
          <a:xfrm flipH="1" rot="10800000">
            <a:off x="4012485" y="1041198"/>
            <a:ext cx="528600" cy="900"/>
          </a:xfrm>
          <a:prstGeom prst="straightConnector1">
            <a:avLst/>
          </a:prstGeom>
          <a:noFill/>
          <a:ln cap="flat" cmpd="sng" w="200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0"/>
          <p:cNvCxnSpPr/>
          <p:nvPr/>
        </p:nvCxnSpPr>
        <p:spPr>
          <a:xfrm flipH="1" rot="10800000">
            <a:off x="1630567" y="1047577"/>
            <a:ext cx="1484100" cy="358200"/>
          </a:xfrm>
          <a:prstGeom prst="straightConnector1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0"/>
          <p:cNvSpPr txBox="1"/>
          <p:nvPr/>
        </p:nvSpPr>
        <p:spPr>
          <a:xfrm>
            <a:off x="4814589" y="1620311"/>
            <a:ext cx="500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62">
                <a:solidFill>
                  <a:schemeClr val="dk2"/>
                </a:solidFill>
              </a:rPr>
              <a:t>Host</a:t>
            </a:r>
            <a:endParaRPr sz="1262">
              <a:solidFill>
                <a:schemeClr val="dk2"/>
              </a:solidFill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4764118" y="1582313"/>
            <a:ext cx="570600" cy="418200"/>
          </a:xfrm>
          <a:prstGeom prst="diamond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cxnSp>
        <p:nvCxnSpPr>
          <p:cNvPr id="331" name="Google Shape;331;p20"/>
          <p:cNvCxnSpPr>
            <a:stCxn id="324" idx="2"/>
            <a:endCxn id="330" idx="0"/>
          </p:cNvCxnSpPr>
          <p:nvPr/>
        </p:nvCxnSpPr>
        <p:spPr>
          <a:xfrm>
            <a:off x="5049403" y="1172836"/>
            <a:ext cx="0" cy="409500"/>
          </a:xfrm>
          <a:prstGeom prst="straightConnector1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20"/>
          <p:cNvSpPr txBox="1"/>
          <p:nvPr/>
        </p:nvSpPr>
        <p:spPr>
          <a:xfrm>
            <a:off x="3693950" y="2471873"/>
            <a:ext cx="980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62">
                <a:solidFill>
                  <a:schemeClr val="dk2"/>
                </a:solidFill>
              </a:rPr>
              <a:t>Fixed_Units</a:t>
            </a:r>
            <a:endParaRPr sz="1262">
              <a:solidFill>
                <a:schemeClr val="dk2"/>
              </a:solidFill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3699768" y="2474447"/>
            <a:ext cx="974400" cy="340500"/>
          </a:xfrm>
          <a:prstGeom prst="rect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sp>
        <p:nvSpPr>
          <p:cNvPr id="333" name="Google Shape;333;p20"/>
          <p:cNvSpPr txBox="1"/>
          <p:nvPr/>
        </p:nvSpPr>
        <p:spPr>
          <a:xfrm>
            <a:off x="5314466" y="2476089"/>
            <a:ext cx="1115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62">
                <a:solidFill>
                  <a:schemeClr val="dk2"/>
                </a:solidFill>
              </a:rPr>
              <a:t>Mobile_Units</a:t>
            </a:r>
            <a:endParaRPr sz="1262">
              <a:solidFill>
                <a:schemeClr val="dk2"/>
              </a:solidFill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5314466" y="2474447"/>
            <a:ext cx="1054200" cy="340500"/>
          </a:xfrm>
          <a:prstGeom prst="rect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cxnSp>
        <p:nvCxnSpPr>
          <p:cNvPr id="334" name="Google Shape;334;p20"/>
          <p:cNvCxnSpPr/>
          <p:nvPr/>
        </p:nvCxnSpPr>
        <p:spPr>
          <a:xfrm flipH="1" rot="10800000">
            <a:off x="4426135" y="1900247"/>
            <a:ext cx="481200" cy="574200"/>
          </a:xfrm>
          <a:prstGeom prst="straightConnector1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20"/>
          <p:cNvCxnSpPr/>
          <p:nvPr/>
        </p:nvCxnSpPr>
        <p:spPr>
          <a:xfrm rot="10800000">
            <a:off x="5199437" y="1896947"/>
            <a:ext cx="454800" cy="577500"/>
          </a:xfrm>
          <a:prstGeom prst="straightConnector1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20"/>
          <p:cNvSpPr txBox="1"/>
          <p:nvPr/>
        </p:nvSpPr>
        <p:spPr>
          <a:xfrm>
            <a:off x="6225492" y="884568"/>
            <a:ext cx="773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81">
                <a:solidFill>
                  <a:schemeClr val="dk2"/>
                </a:solidFill>
              </a:rPr>
              <a:t>Supervises</a:t>
            </a:r>
            <a:endParaRPr sz="701">
              <a:solidFill>
                <a:schemeClr val="dk2"/>
              </a:solidFill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6086293" y="818300"/>
            <a:ext cx="1001400" cy="446100"/>
          </a:xfrm>
          <a:prstGeom prst="diamond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cxnSp>
        <p:nvCxnSpPr>
          <p:cNvPr id="338" name="Google Shape;338;p20"/>
          <p:cNvCxnSpPr>
            <a:stCxn id="324" idx="3"/>
            <a:endCxn id="337" idx="1"/>
          </p:cNvCxnSpPr>
          <p:nvPr/>
        </p:nvCxnSpPr>
        <p:spPr>
          <a:xfrm>
            <a:off x="5557603" y="1041286"/>
            <a:ext cx="528600" cy="0"/>
          </a:xfrm>
          <a:prstGeom prst="straightConnector1">
            <a:avLst/>
          </a:prstGeom>
          <a:noFill/>
          <a:ln cap="flat" cmpd="sng" w="200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20"/>
          <p:cNvSpPr txBox="1"/>
          <p:nvPr/>
        </p:nvSpPr>
        <p:spPr>
          <a:xfrm>
            <a:off x="7413234" y="873582"/>
            <a:ext cx="809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62">
                <a:solidFill>
                  <a:schemeClr val="dk2"/>
                </a:solidFill>
              </a:rPr>
              <a:t>Faculty</a:t>
            </a:r>
            <a:endParaRPr sz="1262">
              <a:solidFill>
                <a:schemeClr val="dk2"/>
              </a:solidFill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7422014" y="925085"/>
            <a:ext cx="630000" cy="236100"/>
          </a:xfrm>
          <a:prstGeom prst="rect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cxnSp>
        <p:nvCxnSpPr>
          <p:cNvPr id="341" name="Google Shape;341;p20"/>
          <p:cNvCxnSpPr>
            <a:stCxn id="337" idx="3"/>
            <a:endCxn id="340" idx="1"/>
          </p:cNvCxnSpPr>
          <p:nvPr/>
        </p:nvCxnSpPr>
        <p:spPr>
          <a:xfrm>
            <a:off x="7087693" y="1041350"/>
            <a:ext cx="334200" cy="1800"/>
          </a:xfrm>
          <a:prstGeom prst="straightConnector1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"/>
          <p:cNvSpPr/>
          <p:nvPr/>
        </p:nvSpPr>
        <p:spPr>
          <a:xfrm>
            <a:off x="5005088" y="2623592"/>
            <a:ext cx="2324400" cy="657900"/>
          </a:xfrm>
          <a:prstGeom prst="rect">
            <a:avLst/>
          </a:prstGeom>
          <a:solidFill>
            <a:schemeClr val="lt2"/>
          </a:solidFill>
          <a:ln cap="flat" cmpd="sng" w="10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775" lIns="100775" spcFirstLastPara="1" rIns="100775" wrap="square" tIns="100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43"/>
              <a:t>certification</a:t>
            </a:r>
            <a:endParaRPr sz="1543"/>
          </a:p>
        </p:txBody>
      </p:sp>
      <p:sp>
        <p:nvSpPr>
          <p:cNvPr id="347" name="Google Shape;347;p21"/>
          <p:cNvSpPr/>
          <p:nvPr/>
        </p:nvSpPr>
        <p:spPr>
          <a:xfrm>
            <a:off x="3447078" y="1757432"/>
            <a:ext cx="981900" cy="584100"/>
          </a:xfrm>
          <a:prstGeom prst="ellipse">
            <a:avLst/>
          </a:prstGeom>
          <a:solidFill>
            <a:schemeClr val="lt2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575" lIns="74575" spcFirstLastPara="1" rIns="74575" wrap="square" tIns="7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42" u="sng"/>
              <a:t>code</a:t>
            </a:r>
            <a:endParaRPr sz="1142" u="sng"/>
          </a:p>
        </p:txBody>
      </p:sp>
      <p:sp>
        <p:nvSpPr>
          <p:cNvPr id="348" name="Google Shape;348;p21"/>
          <p:cNvSpPr/>
          <p:nvPr/>
        </p:nvSpPr>
        <p:spPr>
          <a:xfrm>
            <a:off x="4585376" y="1757432"/>
            <a:ext cx="981900" cy="584100"/>
          </a:xfrm>
          <a:prstGeom prst="ellipse">
            <a:avLst/>
          </a:prstGeom>
          <a:solidFill>
            <a:schemeClr val="lt2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575" lIns="74575" spcFirstLastPara="1" rIns="74575" wrap="square" tIns="7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42"/>
              <a:t>title</a:t>
            </a:r>
            <a:endParaRPr sz="1142"/>
          </a:p>
        </p:txBody>
      </p:sp>
      <p:sp>
        <p:nvSpPr>
          <p:cNvPr id="349" name="Google Shape;349;p21"/>
          <p:cNvSpPr/>
          <p:nvPr/>
        </p:nvSpPr>
        <p:spPr>
          <a:xfrm>
            <a:off x="5676218" y="1757432"/>
            <a:ext cx="981900" cy="584100"/>
          </a:xfrm>
          <a:prstGeom prst="ellipse">
            <a:avLst/>
          </a:prstGeom>
          <a:solidFill>
            <a:schemeClr val="lt2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575" lIns="74575" spcFirstLastPara="1" rIns="74575" wrap="square" tIns="7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42"/>
              <a:t>issuing authority</a:t>
            </a:r>
            <a:endParaRPr sz="1142"/>
          </a:p>
        </p:txBody>
      </p:sp>
      <p:sp>
        <p:nvSpPr>
          <p:cNvPr id="350" name="Google Shape;350;p21"/>
          <p:cNvSpPr/>
          <p:nvPr/>
        </p:nvSpPr>
        <p:spPr>
          <a:xfrm>
            <a:off x="6767059" y="1757432"/>
            <a:ext cx="981900" cy="584100"/>
          </a:xfrm>
          <a:prstGeom prst="ellipse">
            <a:avLst/>
          </a:prstGeom>
          <a:solidFill>
            <a:schemeClr val="lt2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575" lIns="74575" spcFirstLastPara="1" rIns="74575" wrap="square" tIns="7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42"/>
              <a:t>validity period</a:t>
            </a:r>
            <a:endParaRPr sz="1142"/>
          </a:p>
        </p:txBody>
      </p:sp>
      <p:sp>
        <p:nvSpPr>
          <p:cNvPr id="351" name="Google Shape;351;p21"/>
          <p:cNvSpPr/>
          <p:nvPr/>
        </p:nvSpPr>
        <p:spPr>
          <a:xfrm>
            <a:off x="7905357" y="1757432"/>
            <a:ext cx="981900" cy="584100"/>
          </a:xfrm>
          <a:prstGeom prst="ellipse">
            <a:avLst/>
          </a:prstGeom>
          <a:solidFill>
            <a:schemeClr val="lt2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575" lIns="74575" spcFirstLastPara="1" rIns="74575" wrap="square" tIns="7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42"/>
              <a:t>safety level</a:t>
            </a:r>
            <a:endParaRPr sz="1142"/>
          </a:p>
        </p:txBody>
      </p:sp>
      <p:cxnSp>
        <p:nvCxnSpPr>
          <p:cNvPr id="352" name="Google Shape;352;p21"/>
          <p:cNvCxnSpPr>
            <a:stCxn id="347" idx="5"/>
            <a:endCxn id="346" idx="1"/>
          </p:cNvCxnSpPr>
          <p:nvPr/>
        </p:nvCxnSpPr>
        <p:spPr>
          <a:xfrm>
            <a:off x="4285182" y="2255992"/>
            <a:ext cx="720000" cy="696600"/>
          </a:xfrm>
          <a:prstGeom prst="straightConnector1">
            <a:avLst/>
          </a:prstGeom>
          <a:noFill/>
          <a:ln cap="flat" cmpd="sng" w="105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1"/>
          <p:cNvCxnSpPr>
            <a:stCxn id="348" idx="5"/>
            <a:endCxn id="346" idx="0"/>
          </p:cNvCxnSpPr>
          <p:nvPr/>
        </p:nvCxnSpPr>
        <p:spPr>
          <a:xfrm>
            <a:off x="5423480" y="2255992"/>
            <a:ext cx="743700" cy="367500"/>
          </a:xfrm>
          <a:prstGeom prst="straightConnector1">
            <a:avLst/>
          </a:prstGeom>
          <a:noFill/>
          <a:ln cap="flat" cmpd="sng" w="105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1"/>
          <p:cNvCxnSpPr>
            <a:stCxn id="349" idx="4"/>
            <a:endCxn id="346" idx="0"/>
          </p:cNvCxnSpPr>
          <p:nvPr/>
        </p:nvCxnSpPr>
        <p:spPr>
          <a:xfrm>
            <a:off x="6167168" y="2341532"/>
            <a:ext cx="0" cy="282000"/>
          </a:xfrm>
          <a:prstGeom prst="straightConnector1">
            <a:avLst/>
          </a:prstGeom>
          <a:noFill/>
          <a:ln cap="flat" cmpd="sng" w="105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21"/>
          <p:cNvCxnSpPr>
            <a:stCxn id="350" idx="4"/>
            <a:endCxn id="346" idx="0"/>
          </p:cNvCxnSpPr>
          <p:nvPr/>
        </p:nvCxnSpPr>
        <p:spPr>
          <a:xfrm flipH="1">
            <a:off x="6167209" y="2341532"/>
            <a:ext cx="1090800" cy="282000"/>
          </a:xfrm>
          <a:prstGeom prst="straightConnector1">
            <a:avLst/>
          </a:prstGeom>
          <a:noFill/>
          <a:ln cap="flat" cmpd="sng" w="105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21"/>
          <p:cNvCxnSpPr>
            <a:stCxn id="351" idx="4"/>
            <a:endCxn id="346" idx="3"/>
          </p:cNvCxnSpPr>
          <p:nvPr/>
        </p:nvCxnSpPr>
        <p:spPr>
          <a:xfrm flipH="1">
            <a:off x="7329507" y="2341532"/>
            <a:ext cx="1066800" cy="611100"/>
          </a:xfrm>
          <a:prstGeom prst="straightConnector1">
            <a:avLst/>
          </a:prstGeom>
          <a:noFill/>
          <a:ln cap="flat" cmpd="sng" w="105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21"/>
          <p:cNvSpPr/>
          <p:nvPr/>
        </p:nvSpPr>
        <p:spPr>
          <a:xfrm>
            <a:off x="4979631" y="4314449"/>
            <a:ext cx="2375100" cy="657900"/>
          </a:xfrm>
          <a:prstGeom prst="rect">
            <a:avLst/>
          </a:prstGeom>
          <a:solidFill>
            <a:schemeClr val="lt2"/>
          </a:solidFill>
          <a:ln cap="flat" cmpd="sng" w="10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775" lIns="100775" spcFirstLastPara="1" rIns="100775" wrap="square" tIns="100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43"/>
              <a:t>person</a:t>
            </a:r>
            <a:endParaRPr sz="1543"/>
          </a:p>
        </p:txBody>
      </p:sp>
      <p:sp>
        <p:nvSpPr>
          <p:cNvPr id="358" name="Google Shape;358;p21"/>
          <p:cNvSpPr/>
          <p:nvPr/>
        </p:nvSpPr>
        <p:spPr>
          <a:xfrm>
            <a:off x="5391703" y="3563478"/>
            <a:ext cx="1550930" cy="584181"/>
          </a:xfrm>
          <a:prstGeom prst="flowChartDecision">
            <a:avLst/>
          </a:prstGeom>
          <a:solidFill>
            <a:schemeClr val="lt2"/>
          </a:solidFill>
          <a:ln cap="flat" cmpd="sng" w="10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775" lIns="100775" spcFirstLastPara="1" rIns="100775" wrap="square" tIns="100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43"/>
              <a:t>holds</a:t>
            </a:r>
            <a:endParaRPr sz="1543"/>
          </a:p>
        </p:txBody>
      </p:sp>
      <p:cxnSp>
        <p:nvCxnSpPr>
          <p:cNvPr id="359" name="Google Shape;359;p21"/>
          <p:cNvCxnSpPr>
            <a:stCxn id="346" idx="2"/>
            <a:endCxn id="358" idx="0"/>
          </p:cNvCxnSpPr>
          <p:nvPr/>
        </p:nvCxnSpPr>
        <p:spPr>
          <a:xfrm>
            <a:off x="6167288" y="3281492"/>
            <a:ext cx="0" cy="282000"/>
          </a:xfrm>
          <a:prstGeom prst="straightConnector1">
            <a:avLst/>
          </a:prstGeom>
          <a:noFill/>
          <a:ln cap="flat" cmpd="sng" w="105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21"/>
          <p:cNvCxnSpPr>
            <a:stCxn id="358" idx="2"/>
            <a:endCxn id="357" idx="0"/>
          </p:cNvCxnSpPr>
          <p:nvPr/>
        </p:nvCxnSpPr>
        <p:spPr>
          <a:xfrm>
            <a:off x="6167168" y="4147659"/>
            <a:ext cx="0" cy="166800"/>
          </a:xfrm>
          <a:prstGeom prst="straightConnector1">
            <a:avLst/>
          </a:prstGeom>
          <a:noFill/>
          <a:ln cap="flat" cmpd="sng" w="105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21"/>
          <p:cNvSpPr/>
          <p:nvPr/>
        </p:nvSpPr>
        <p:spPr>
          <a:xfrm>
            <a:off x="8160094" y="2707511"/>
            <a:ext cx="981900" cy="611100"/>
          </a:xfrm>
          <a:prstGeom prst="flowChartConnector">
            <a:avLst/>
          </a:prstGeom>
          <a:solidFill>
            <a:schemeClr val="lt2"/>
          </a:solidFill>
          <a:ln cap="flat" cmpd="sng" w="8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175" lIns="82175" spcFirstLastPara="1" rIns="82175" wrap="square" tIns="8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59"/>
              <a:t>issue date</a:t>
            </a:r>
            <a:endParaRPr sz="125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9"/>
          </a:p>
        </p:txBody>
      </p:sp>
      <p:sp>
        <p:nvSpPr>
          <p:cNvPr id="362" name="Google Shape;362;p21"/>
          <p:cNvSpPr/>
          <p:nvPr/>
        </p:nvSpPr>
        <p:spPr>
          <a:xfrm>
            <a:off x="8213432" y="3318470"/>
            <a:ext cx="930600" cy="584100"/>
          </a:xfrm>
          <a:prstGeom prst="flowChartConnector">
            <a:avLst/>
          </a:prstGeom>
          <a:solidFill>
            <a:schemeClr val="lt2"/>
          </a:solidFill>
          <a:ln cap="flat" cmpd="sng" w="8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175" lIns="82175" spcFirstLastPara="1" rIns="82175" wrap="square" tIns="8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59"/>
              <a:t>end date</a:t>
            </a:r>
            <a:endParaRPr sz="1259"/>
          </a:p>
        </p:txBody>
      </p:sp>
      <p:sp>
        <p:nvSpPr>
          <p:cNvPr id="363" name="Google Shape;363;p21"/>
          <p:cNvSpPr/>
          <p:nvPr/>
        </p:nvSpPr>
        <p:spPr>
          <a:xfrm>
            <a:off x="8185716" y="3902651"/>
            <a:ext cx="930600" cy="584100"/>
          </a:xfrm>
          <a:prstGeom prst="flowChartConnector">
            <a:avLst/>
          </a:prstGeom>
          <a:solidFill>
            <a:schemeClr val="lt2"/>
          </a:solidFill>
          <a:ln cap="flat" cmpd="sng" w="8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175" lIns="82175" spcFirstLastPara="1" rIns="82175" wrap="square" tIns="8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59"/>
              <a:t>result</a:t>
            </a:r>
            <a:endParaRPr sz="1259"/>
          </a:p>
        </p:txBody>
      </p:sp>
      <p:cxnSp>
        <p:nvCxnSpPr>
          <p:cNvPr id="364" name="Google Shape;364;p21"/>
          <p:cNvCxnSpPr>
            <a:endCxn id="363" idx="2"/>
          </p:cNvCxnSpPr>
          <p:nvPr/>
        </p:nvCxnSpPr>
        <p:spPr>
          <a:xfrm>
            <a:off x="6942816" y="3855401"/>
            <a:ext cx="1242900" cy="339300"/>
          </a:xfrm>
          <a:prstGeom prst="straightConnector1">
            <a:avLst/>
          </a:prstGeom>
          <a:noFill/>
          <a:ln cap="flat" cmpd="sng" w="105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21"/>
          <p:cNvSpPr/>
          <p:nvPr/>
        </p:nvSpPr>
        <p:spPr>
          <a:xfrm>
            <a:off x="-25" y="2623592"/>
            <a:ext cx="2324400" cy="657900"/>
          </a:xfrm>
          <a:prstGeom prst="rect">
            <a:avLst/>
          </a:prstGeom>
          <a:solidFill>
            <a:schemeClr val="lt2"/>
          </a:solidFill>
          <a:ln cap="flat" cmpd="sng" w="10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775" lIns="100775" spcFirstLastPara="1" rIns="100775" wrap="square" tIns="100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43"/>
              <a:t>equipment</a:t>
            </a:r>
            <a:endParaRPr sz="1543"/>
          </a:p>
        </p:txBody>
      </p:sp>
      <p:cxnSp>
        <p:nvCxnSpPr>
          <p:cNvPr id="366" name="Google Shape;366;p21"/>
          <p:cNvCxnSpPr>
            <a:stCxn id="346" idx="1"/>
            <a:endCxn id="346" idx="1"/>
          </p:cNvCxnSpPr>
          <p:nvPr/>
        </p:nvCxnSpPr>
        <p:spPr>
          <a:xfrm>
            <a:off x="5005088" y="2952542"/>
            <a:ext cx="0" cy="0"/>
          </a:xfrm>
          <a:prstGeom prst="straightConnector1">
            <a:avLst/>
          </a:prstGeom>
          <a:noFill/>
          <a:ln cap="flat" cmpd="sng" w="105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21"/>
          <p:cNvSpPr/>
          <p:nvPr/>
        </p:nvSpPr>
        <p:spPr>
          <a:xfrm>
            <a:off x="2673782" y="2531315"/>
            <a:ext cx="1981807" cy="842537"/>
          </a:xfrm>
          <a:prstGeom prst="flowChartDecision">
            <a:avLst/>
          </a:prstGeom>
          <a:solidFill>
            <a:schemeClr val="lt2"/>
          </a:solidFill>
          <a:ln cap="flat" cmpd="sng" w="10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775" lIns="100775" spcFirstLastPara="1" rIns="100775" wrap="square" tIns="100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43"/>
              <a:t>require</a:t>
            </a:r>
            <a:endParaRPr sz="1543"/>
          </a:p>
        </p:txBody>
      </p:sp>
      <p:cxnSp>
        <p:nvCxnSpPr>
          <p:cNvPr id="368" name="Google Shape;368;p21"/>
          <p:cNvCxnSpPr>
            <a:endCxn id="367" idx="1"/>
          </p:cNvCxnSpPr>
          <p:nvPr/>
        </p:nvCxnSpPr>
        <p:spPr>
          <a:xfrm>
            <a:off x="2324282" y="2952584"/>
            <a:ext cx="349500" cy="0"/>
          </a:xfrm>
          <a:prstGeom prst="straightConnector1">
            <a:avLst/>
          </a:prstGeom>
          <a:noFill/>
          <a:ln cap="flat" cmpd="sng" w="12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21"/>
          <p:cNvCxnSpPr>
            <a:stCxn id="346" idx="1"/>
            <a:endCxn id="367" idx="3"/>
          </p:cNvCxnSpPr>
          <p:nvPr/>
        </p:nvCxnSpPr>
        <p:spPr>
          <a:xfrm rot="10800000">
            <a:off x="4655588" y="2952542"/>
            <a:ext cx="349500" cy="0"/>
          </a:xfrm>
          <a:prstGeom prst="straightConnector1">
            <a:avLst/>
          </a:prstGeom>
          <a:noFill/>
          <a:ln cap="flat" cmpd="sng" w="12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21"/>
          <p:cNvSpPr txBox="1"/>
          <p:nvPr/>
        </p:nvSpPr>
        <p:spPr>
          <a:xfrm>
            <a:off x="353125" y="530800"/>
            <a:ext cx="29283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dk2"/>
                </a:solidFill>
              </a:rPr>
              <a:t>/Certifications and Authorizations</a:t>
            </a:r>
            <a:endParaRPr b="1" sz="2200">
              <a:solidFill>
                <a:schemeClr val="dk2"/>
              </a:solidFill>
            </a:endParaRPr>
          </a:p>
        </p:txBody>
      </p:sp>
      <p:cxnSp>
        <p:nvCxnSpPr>
          <p:cNvPr id="371" name="Google Shape;371;p21"/>
          <p:cNvCxnSpPr>
            <a:stCxn id="358" idx="3"/>
            <a:endCxn id="362" idx="2"/>
          </p:cNvCxnSpPr>
          <p:nvPr/>
        </p:nvCxnSpPr>
        <p:spPr>
          <a:xfrm flipH="1" rot="10800000">
            <a:off x="6942633" y="3610468"/>
            <a:ext cx="127080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1"/>
          <p:cNvCxnSpPr>
            <a:stCxn id="358" idx="3"/>
            <a:endCxn id="361" idx="2"/>
          </p:cNvCxnSpPr>
          <p:nvPr/>
        </p:nvCxnSpPr>
        <p:spPr>
          <a:xfrm flipH="1" rot="10800000">
            <a:off x="6942633" y="3013168"/>
            <a:ext cx="1217400" cy="8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"/>
          <p:cNvSpPr txBox="1"/>
          <p:nvPr/>
        </p:nvSpPr>
        <p:spPr>
          <a:xfrm>
            <a:off x="7988487" y="2254153"/>
            <a:ext cx="961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92">
                <a:solidFill>
                  <a:schemeClr val="dk2"/>
                </a:solidFill>
              </a:rPr>
              <a:t>Equip_Model</a:t>
            </a:r>
            <a:endParaRPr sz="1092">
              <a:solidFill>
                <a:schemeClr val="dk2"/>
              </a:solidFill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8006805" y="2303405"/>
            <a:ext cx="881700" cy="220200"/>
          </a:xfrm>
          <a:prstGeom prst="rect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50" lIns="55450" spcFirstLastPara="1" rIns="55450" wrap="square" tIns="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9"/>
          </a:p>
        </p:txBody>
      </p:sp>
      <p:sp>
        <p:nvSpPr>
          <p:cNvPr id="379" name="Google Shape;379;p22"/>
          <p:cNvSpPr txBox="1"/>
          <p:nvPr/>
        </p:nvSpPr>
        <p:spPr>
          <a:xfrm>
            <a:off x="6898367" y="1762929"/>
            <a:ext cx="928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92">
                <a:solidFill>
                  <a:schemeClr val="dk2"/>
                </a:solidFill>
              </a:rPr>
              <a:t>Corresponds</a:t>
            </a:r>
            <a:endParaRPr sz="1092">
              <a:solidFill>
                <a:schemeClr val="dk2"/>
              </a:solidFill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6827919" y="1665089"/>
            <a:ext cx="1027500" cy="498900"/>
          </a:xfrm>
          <a:prstGeom prst="diamond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50" lIns="55450" spcFirstLastPara="1" rIns="55450" wrap="square" tIns="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9"/>
          </a:p>
        </p:txBody>
      </p:sp>
      <p:cxnSp>
        <p:nvCxnSpPr>
          <p:cNvPr id="381" name="Google Shape;381;p22"/>
          <p:cNvCxnSpPr>
            <a:stCxn id="378" idx="1"/>
            <a:endCxn id="380" idx="3"/>
          </p:cNvCxnSpPr>
          <p:nvPr/>
        </p:nvCxnSpPr>
        <p:spPr>
          <a:xfrm rot="10800000">
            <a:off x="7855305" y="1914605"/>
            <a:ext cx="151500" cy="498900"/>
          </a:xfrm>
          <a:prstGeom prst="straightConnector1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22"/>
          <p:cNvSpPr txBox="1"/>
          <p:nvPr/>
        </p:nvSpPr>
        <p:spPr>
          <a:xfrm>
            <a:off x="5802364" y="1310188"/>
            <a:ext cx="881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92">
                <a:solidFill>
                  <a:schemeClr val="dk2"/>
                </a:solidFill>
              </a:rPr>
              <a:t>Equip_Units</a:t>
            </a:r>
            <a:endParaRPr sz="1092">
              <a:solidFill>
                <a:schemeClr val="dk2"/>
              </a:solidFill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5812083" y="1355745"/>
            <a:ext cx="832800" cy="220200"/>
          </a:xfrm>
          <a:prstGeom prst="rect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50" lIns="55450" spcFirstLastPara="1" rIns="55450" wrap="square" tIns="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9"/>
          </a:p>
        </p:txBody>
      </p:sp>
      <p:sp>
        <p:nvSpPr>
          <p:cNvPr id="384" name="Google Shape;384;p22"/>
          <p:cNvSpPr txBox="1"/>
          <p:nvPr/>
        </p:nvSpPr>
        <p:spPr>
          <a:xfrm>
            <a:off x="6071706" y="1926428"/>
            <a:ext cx="3594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92">
                <a:solidFill>
                  <a:schemeClr val="dk2"/>
                </a:solidFill>
              </a:rPr>
              <a:t>ISA</a:t>
            </a:r>
            <a:endParaRPr sz="1092">
              <a:solidFill>
                <a:schemeClr val="dk2"/>
              </a:solidFill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996588" y="1815955"/>
            <a:ext cx="464100" cy="381000"/>
          </a:xfrm>
          <a:prstGeom prst="triangle">
            <a:avLst>
              <a:gd fmla="val 50000" name="adj"/>
            </a:avLst>
          </a:prstGeom>
          <a:noFill/>
          <a:ln cap="flat" cmpd="sng" w="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50" lIns="55450" spcFirstLastPara="1" rIns="55450" wrap="square" tIns="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9"/>
          </a:p>
        </p:txBody>
      </p:sp>
      <p:cxnSp>
        <p:nvCxnSpPr>
          <p:cNvPr id="386" name="Google Shape;386;p22"/>
          <p:cNvCxnSpPr>
            <a:stCxn id="385" idx="0"/>
            <a:endCxn id="383" idx="2"/>
          </p:cNvCxnSpPr>
          <p:nvPr/>
        </p:nvCxnSpPr>
        <p:spPr>
          <a:xfrm rot="10800000">
            <a:off x="6228338" y="1575955"/>
            <a:ext cx="300" cy="240000"/>
          </a:xfrm>
          <a:prstGeom prst="straightConnector1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22"/>
          <p:cNvCxnSpPr>
            <a:stCxn id="388" idx="3"/>
            <a:endCxn id="385" idx="2"/>
          </p:cNvCxnSpPr>
          <p:nvPr/>
        </p:nvCxnSpPr>
        <p:spPr>
          <a:xfrm flipH="1" rot="10800000">
            <a:off x="4674168" y="2197097"/>
            <a:ext cx="1322400" cy="447600"/>
          </a:xfrm>
          <a:prstGeom prst="straightConnector1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22"/>
          <p:cNvCxnSpPr>
            <a:stCxn id="390" idx="3"/>
            <a:endCxn id="385" idx="4"/>
          </p:cNvCxnSpPr>
          <p:nvPr/>
        </p:nvCxnSpPr>
        <p:spPr>
          <a:xfrm flipH="1" rot="10800000">
            <a:off x="6368666" y="2197097"/>
            <a:ext cx="92100" cy="447600"/>
          </a:xfrm>
          <a:prstGeom prst="straightConnector1">
            <a:avLst/>
          </a:prstGeom>
          <a:noFill/>
          <a:ln cap="flat" cmpd="sng" w="5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22"/>
          <p:cNvCxnSpPr>
            <a:stCxn id="383" idx="3"/>
            <a:endCxn id="380" idx="1"/>
          </p:cNvCxnSpPr>
          <p:nvPr/>
        </p:nvCxnSpPr>
        <p:spPr>
          <a:xfrm>
            <a:off x="6644883" y="1465845"/>
            <a:ext cx="183000" cy="448800"/>
          </a:xfrm>
          <a:prstGeom prst="straightConnector1">
            <a:avLst/>
          </a:prstGeom>
          <a:noFill/>
          <a:ln cap="flat" cmpd="sng" w="173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92" name="Google Shape;3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13" y="1108889"/>
            <a:ext cx="3940080" cy="306306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2"/>
          <p:cNvSpPr txBox="1"/>
          <p:nvPr/>
        </p:nvSpPr>
        <p:spPr>
          <a:xfrm>
            <a:off x="4543656" y="871939"/>
            <a:ext cx="11151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62">
                <a:solidFill>
                  <a:schemeClr val="dk2"/>
                </a:solidFill>
              </a:rPr>
              <a:t>Laboratories</a:t>
            </a:r>
            <a:endParaRPr sz="1262">
              <a:solidFill>
                <a:schemeClr val="dk2"/>
              </a:solidFill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4541203" y="909736"/>
            <a:ext cx="1016400" cy="263100"/>
          </a:xfrm>
          <a:prstGeom prst="rect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sp>
        <p:nvSpPr>
          <p:cNvPr id="395" name="Google Shape;395;p22"/>
          <p:cNvSpPr txBox="1"/>
          <p:nvPr/>
        </p:nvSpPr>
        <p:spPr>
          <a:xfrm>
            <a:off x="3232872" y="884003"/>
            <a:ext cx="8391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22">
                <a:solidFill>
                  <a:schemeClr val="dk2"/>
                </a:solidFill>
              </a:rPr>
              <a:t>Attached</a:t>
            </a:r>
            <a:endParaRPr sz="1122">
              <a:solidFill>
                <a:schemeClr val="dk2"/>
              </a:solidFill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3103785" y="819048"/>
            <a:ext cx="908700" cy="446100"/>
          </a:xfrm>
          <a:prstGeom prst="diamond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cxnSp>
        <p:nvCxnSpPr>
          <p:cNvPr id="397" name="Google Shape;397;p22"/>
          <p:cNvCxnSpPr>
            <a:stCxn id="396" idx="3"/>
            <a:endCxn id="394" idx="1"/>
          </p:cNvCxnSpPr>
          <p:nvPr/>
        </p:nvCxnSpPr>
        <p:spPr>
          <a:xfrm flipH="1" rot="10800000">
            <a:off x="4012485" y="1041198"/>
            <a:ext cx="528600" cy="900"/>
          </a:xfrm>
          <a:prstGeom prst="straightConnector1">
            <a:avLst/>
          </a:prstGeom>
          <a:noFill/>
          <a:ln cap="flat" cmpd="sng" w="200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2"/>
          <p:cNvCxnSpPr/>
          <p:nvPr/>
        </p:nvCxnSpPr>
        <p:spPr>
          <a:xfrm flipH="1" rot="10800000">
            <a:off x="1630567" y="1047577"/>
            <a:ext cx="1484100" cy="358200"/>
          </a:xfrm>
          <a:prstGeom prst="straightConnector1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22"/>
          <p:cNvSpPr txBox="1"/>
          <p:nvPr/>
        </p:nvSpPr>
        <p:spPr>
          <a:xfrm>
            <a:off x="4814589" y="1620311"/>
            <a:ext cx="500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62">
                <a:solidFill>
                  <a:schemeClr val="dk2"/>
                </a:solidFill>
              </a:rPr>
              <a:t>Host</a:t>
            </a:r>
            <a:endParaRPr sz="1262">
              <a:solidFill>
                <a:schemeClr val="dk2"/>
              </a:solidFill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4764118" y="1582313"/>
            <a:ext cx="570600" cy="418200"/>
          </a:xfrm>
          <a:prstGeom prst="diamond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cxnSp>
        <p:nvCxnSpPr>
          <p:cNvPr id="401" name="Google Shape;401;p22"/>
          <p:cNvCxnSpPr>
            <a:stCxn id="394" idx="2"/>
            <a:endCxn id="400" idx="0"/>
          </p:cNvCxnSpPr>
          <p:nvPr/>
        </p:nvCxnSpPr>
        <p:spPr>
          <a:xfrm>
            <a:off x="5049403" y="1172836"/>
            <a:ext cx="0" cy="409500"/>
          </a:xfrm>
          <a:prstGeom prst="straightConnector1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2"/>
          <p:cNvSpPr txBox="1"/>
          <p:nvPr/>
        </p:nvSpPr>
        <p:spPr>
          <a:xfrm>
            <a:off x="3693950" y="2471873"/>
            <a:ext cx="980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62">
                <a:solidFill>
                  <a:schemeClr val="dk2"/>
                </a:solidFill>
              </a:rPr>
              <a:t>Fixed_Units</a:t>
            </a:r>
            <a:endParaRPr sz="1262">
              <a:solidFill>
                <a:schemeClr val="dk2"/>
              </a:solidFill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3699768" y="2474447"/>
            <a:ext cx="974400" cy="340500"/>
          </a:xfrm>
          <a:prstGeom prst="rect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sp>
        <p:nvSpPr>
          <p:cNvPr id="403" name="Google Shape;403;p22"/>
          <p:cNvSpPr txBox="1"/>
          <p:nvPr/>
        </p:nvSpPr>
        <p:spPr>
          <a:xfrm>
            <a:off x="5314466" y="2476089"/>
            <a:ext cx="1115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62">
                <a:solidFill>
                  <a:schemeClr val="dk2"/>
                </a:solidFill>
              </a:rPr>
              <a:t>Mobile_Units</a:t>
            </a:r>
            <a:endParaRPr sz="1262">
              <a:solidFill>
                <a:schemeClr val="dk2"/>
              </a:solidFill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5314466" y="2474447"/>
            <a:ext cx="1054200" cy="340500"/>
          </a:xfrm>
          <a:prstGeom prst="rect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cxnSp>
        <p:nvCxnSpPr>
          <p:cNvPr id="404" name="Google Shape;404;p22"/>
          <p:cNvCxnSpPr/>
          <p:nvPr/>
        </p:nvCxnSpPr>
        <p:spPr>
          <a:xfrm flipH="1" rot="10800000">
            <a:off x="4426135" y="1900247"/>
            <a:ext cx="481200" cy="574200"/>
          </a:xfrm>
          <a:prstGeom prst="straightConnector1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22"/>
          <p:cNvCxnSpPr/>
          <p:nvPr/>
        </p:nvCxnSpPr>
        <p:spPr>
          <a:xfrm rot="10800000">
            <a:off x="5199437" y="1896947"/>
            <a:ext cx="454800" cy="577500"/>
          </a:xfrm>
          <a:prstGeom prst="straightConnector1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22"/>
          <p:cNvSpPr txBox="1"/>
          <p:nvPr/>
        </p:nvSpPr>
        <p:spPr>
          <a:xfrm>
            <a:off x="6225492" y="884568"/>
            <a:ext cx="773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81">
                <a:solidFill>
                  <a:schemeClr val="dk2"/>
                </a:solidFill>
              </a:rPr>
              <a:t>Supervises</a:t>
            </a:r>
            <a:endParaRPr sz="701">
              <a:solidFill>
                <a:schemeClr val="dk2"/>
              </a:solidFill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6086293" y="818300"/>
            <a:ext cx="1001400" cy="446100"/>
          </a:xfrm>
          <a:prstGeom prst="diamond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cxnSp>
        <p:nvCxnSpPr>
          <p:cNvPr id="408" name="Google Shape;408;p22"/>
          <p:cNvCxnSpPr>
            <a:stCxn id="394" idx="3"/>
            <a:endCxn id="407" idx="1"/>
          </p:cNvCxnSpPr>
          <p:nvPr/>
        </p:nvCxnSpPr>
        <p:spPr>
          <a:xfrm>
            <a:off x="5557603" y="1041286"/>
            <a:ext cx="528600" cy="0"/>
          </a:xfrm>
          <a:prstGeom prst="straightConnector1">
            <a:avLst/>
          </a:prstGeom>
          <a:noFill/>
          <a:ln cap="flat" cmpd="sng" w="200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22"/>
          <p:cNvSpPr txBox="1"/>
          <p:nvPr/>
        </p:nvSpPr>
        <p:spPr>
          <a:xfrm>
            <a:off x="7413234" y="873582"/>
            <a:ext cx="809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75" lIns="64075" spcFirstLastPara="1" rIns="64075" wrap="square" tIns="64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62">
                <a:solidFill>
                  <a:schemeClr val="dk2"/>
                </a:solidFill>
              </a:rPr>
              <a:t>Faculty</a:t>
            </a:r>
            <a:endParaRPr sz="1262">
              <a:solidFill>
                <a:schemeClr val="dk2"/>
              </a:solidFill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7422014" y="925085"/>
            <a:ext cx="630000" cy="236100"/>
          </a:xfrm>
          <a:prstGeom prst="rect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75" lIns="64075" spcFirstLastPara="1" rIns="64075" wrap="square" tIns="6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1"/>
          </a:p>
        </p:txBody>
      </p:sp>
      <p:cxnSp>
        <p:nvCxnSpPr>
          <p:cNvPr id="411" name="Google Shape;411;p22"/>
          <p:cNvCxnSpPr>
            <a:stCxn id="407" idx="3"/>
            <a:endCxn id="410" idx="1"/>
          </p:cNvCxnSpPr>
          <p:nvPr/>
        </p:nvCxnSpPr>
        <p:spPr>
          <a:xfrm>
            <a:off x="7087693" y="1041350"/>
            <a:ext cx="334200" cy="1800"/>
          </a:xfrm>
          <a:prstGeom prst="straightConnector1">
            <a:avLst/>
          </a:prstGeom>
          <a:noFill/>
          <a:ln cap="flat" cmpd="sng" w="67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22"/>
          <p:cNvSpPr/>
          <p:nvPr/>
        </p:nvSpPr>
        <p:spPr>
          <a:xfrm>
            <a:off x="7732235" y="3521055"/>
            <a:ext cx="1280700" cy="362400"/>
          </a:xfrm>
          <a:prstGeom prst="rect">
            <a:avLst/>
          </a:prstGeom>
          <a:solidFill>
            <a:schemeClr val="lt2"/>
          </a:solidFill>
          <a:ln cap="flat" cmpd="sng" w="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525" lIns="55525" spcFirstLastPara="1" rIns="55525" wrap="square" tIns="55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50"/>
              <a:t>certification</a:t>
            </a:r>
            <a:endParaRPr sz="850"/>
          </a:p>
        </p:txBody>
      </p:sp>
      <p:sp>
        <p:nvSpPr>
          <p:cNvPr id="413" name="Google Shape;413;p22"/>
          <p:cNvSpPr/>
          <p:nvPr/>
        </p:nvSpPr>
        <p:spPr>
          <a:xfrm>
            <a:off x="6374004" y="3577402"/>
            <a:ext cx="854590" cy="321889"/>
          </a:xfrm>
          <a:prstGeom prst="flowChartDecision">
            <a:avLst/>
          </a:prstGeom>
          <a:solidFill>
            <a:schemeClr val="lt2"/>
          </a:solidFill>
          <a:ln cap="flat" cmpd="sng" w="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525" lIns="55525" spcFirstLastPara="1" rIns="55525" wrap="square" tIns="55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50"/>
              <a:t>holds</a:t>
            </a:r>
            <a:endParaRPr sz="850"/>
          </a:p>
        </p:txBody>
      </p:sp>
      <p:sp>
        <p:nvSpPr>
          <p:cNvPr id="414" name="Google Shape;414;p22"/>
          <p:cNvSpPr/>
          <p:nvPr/>
        </p:nvSpPr>
        <p:spPr>
          <a:xfrm>
            <a:off x="7826570" y="2795584"/>
            <a:ext cx="1092010" cy="464246"/>
          </a:xfrm>
          <a:prstGeom prst="flowChartDecision">
            <a:avLst/>
          </a:prstGeom>
          <a:solidFill>
            <a:schemeClr val="lt2"/>
          </a:solidFill>
          <a:ln cap="flat" cmpd="sng" w="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525" lIns="55525" spcFirstLastPara="1" rIns="55525" wrap="square" tIns="55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50"/>
              <a:t>require</a:t>
            </a:r>
            <a:endParaRPr sz="850"/>
          </a:p>
        </p:txBody>
      </p:sp>
      <p:cxnSp>
        <p:nvCxnSpPr>
          <p:cNvPr id="415" name="Google Shape;415;p22"/>
          <p:cNvCxnSpPr>
            <a:stCxn id="378" idx="2"/>
            <a:endCxn id="414" idx="0"/>
          </p:cNvCxnSpPr>
          <p:nvPr/>
        </p:nvCxnSpPr>
        <p:spPr>
          <a:xfrm flipH="1">
            <a:off x="8372655" y="2523605"/>
            <a:ext cx="750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22"/>
          <p:cNvCxnSpPr>
            <a:stCxn id="414" idx="2"/>
            <a:endCxn id="412" idx="0"/>
          </p:cNvCxnSpPr>
          <p:nvPr/>
        </p:nvCxnSpPr>
        <p:spPr>
          <a:xfrm>
            <a:off x="8372575" y="3259830"/>
            <a:ext cx="0" cy="2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22"/>
          <p:cNvSpPr/>
          <p:nvPr/>
        </p:nvSpPr>
        <p:spPr>
          <a:xfrm>
            <a:off x="1658200" y="1375256"/>
            <a:ext cx="1930175" cy="1623100"/>
          </a:xfrm>
          <a:custGeom>
            <a:rect b="b" l="l" r="r" t="t"/>
            <a:pathLst>
              <a:path extrusionOk="0" h="64924" w="77207">
                <a:moveTo>
                  <a:pt x="0" y="1316"/>
                </a:moveTo>
                <a:cubicBezTo>
                  <a:pt x="10528" y="2120"/>
                  <a:pt x="50302" y="-4459"/>
                  <a:pt x="63170" y="6142"/>
                </a:cubicBezTo>
                <a:cubicBezTo>
                  <a:pt x="76038" y="16744"/>
                  <a:pt x="74868" y="55128"/>
                  <a:pt x="77207" y="6492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8" name="Google Shape;418;p22"/>
          <p:cNvSpPr/>
          <p:nvPr/>
        </p:nvSpPr>
        <p:spPr>
          <a:xfrm>
            <a:off x="3599350" y="2976425"/>
            <a:ext cx="2774650" cy="778650"/>
          </a:xfrm>
          <a:custGeom>
            <a:rect b="b" l="l" r="r" t="t"/>
            <a:pathLst>
              <a:path extrusionOk="0" h="31146" w="110986">
                <a:moveTo>
                  <a:pt x="0" y="0"/>
                </a:moveTo>
                <a:cubicBezTo>
                  <a:pt x="15427" y="731"/>
                  <a:pt x="74063" y="-804"/>
                  <a:pt x="92561" y="4387"/>
                </a:cubicBezTo>
                <a:cubicBezTo>
                  <a:pt x="111059" y="9578"/>
                  <a:pt x="107915" y="26686"/>
                  <a:pt x="110986" y="3114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419" name="Google Shape;419;p22"/>
          <p:cNvCxnSpPr>
            <a:stCxn id="413" idx="3"/>
            <a:endCxn id="412" idx="1"/>
          </p:cNvCxnSpPr>
          <p:nvPr/>
        </p:nvCxnSpPr>
        <p:spPr>
          <a:xfrm flipH="1" rot="10800000">
            <a:off x="7228593" y="3702347"/>
            <a:ext cx="503700" cy="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3"/>
          <p:cNvSpPr txBox="1"/>
          <p:nvPr>
            <p:ph type="title"/>
          </p:nvPr>
        </p:nvSpPr>
        <p:spPr>
          <a:xfrm>
            <a:off x="311700" y="445025"/>
            <a:ext cx="348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/Research project</a:t>
            </a:r>
            <a:endParaRPr/>
          </a:p>
        </p:txBody>
      </p:sp>
      <p:sp>
        <p:nvSpPr>
          <p:cNvPr id="425" name="Google Shape;425;p23"/>
          <p:cNvSpPr txBox="1"/>
          <p:nvPr/>
        </p:nvSpPr>
        <p:spPr>
          <a:xfrm>
            <a:off x="1121600" y="2950725"/>
            <a:ext cx="158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People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842225" y="3007275"/>
            <a:ext cx="1454100" cy="34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3290325" y="2082550"/>
            <a:ext cx="321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is involved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3078625" y="1915075"/>
            <a:ext cx="1694400" cy="789300"/>
          </a:xfrm>
          <a:prstGeom prst="diamond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9" name="Google Shape;429;p23"/>
          <p:cNvCxnSpPr>
            <a:stCxn id="426" idx="0"/>
          </p:cNvCxnSpPr>
          <p:nvPr/>
        </p:nvCxnSpPr>
        <p:spPr>
          <a:xfrm flipH="1" rot="10800000">
            <a:off x="1569275" y="2511975"/>
            <a:ext cx="1905900" cy="4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23"/>
          <p:cNvSpPr txBox="1"/>
          <p:nvPr/>
        </p:nvSpPr>
        <p:spPr>
          <a:xfrm>
            <a:off x="5886700" y="797425"/>
            <a:ext cx="20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Research Project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5886700" y="869550"/>
            <a:ext cx="1962900" cy="34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2" name="Google Shape;432;p23"/>
          <p:cNvCxnSpPr/>
          <p:nvPr/>
        </p:nvCxnSpPr>
        <p:spPr>
          <a:xfrm flipH="1">
            <a:off x="4280175" y="1223750"/>
            <a:ext cx="1610400" cy="853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23"/>
          <p:cNvSpPr txBox="1"/>
          <p:nvPr/>
        </p:nvSpPr>
        <p:spPr>
          <a:xfrm>
            <a:off x="6382225" y="-1050"/>
            <a:ext cx="9894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900" lIns="112900" spcFirstLastPara="1" rIns="112900" wrap="square" tIns="112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1" u="sng">
                <a:solidFill>
                  <a:schemeClr val="dk2"/>
                </a:solidFill>
              </a:rPr>
              <a:t>Project Code</a:t>
            </a:r>
            <a:endParaRPr sz="1111" u="sng">
              <a:solidFill>
                <a:schemeClr val="dk2"/>
              </a:solidFill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6313425" y="-2258"/>
            <a:ext cx="822000" cy="572700"/>
          </a:xfrm>
          <a:prstGeom prst="ellipse">
            <a:avLst/>
          </a:prstGeom>
          <a:noFill/>
          <a:ln cap="flat" cmpd="sng" w="11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900" lIns="112900" spcFirstLastPara="1" rIns="112900" wrap="square" tIns="11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9"/>
          </a:p>
        </p:txBody>
      </p:sp>
      <p:cxnSp>
        <p:nvCxnSpPr>
          <p:cNvPr id="435" name="Google Shape;435;p23"/>
          <p:cNvCxnSpPr>
            <a:stCxn id="434" idx="4"/>
          </p:cNvCxnSpPr>
          <p:nvPr/>
        </p:nvCxnSpPr>
        <p:spPr>
          <a:xfrm flipH="1">
            <a:off x="6653325" y="570442"/>
            <a:ext cx="71100" cy="293400"/>
          </a:xfrm>
          <a:prstGeom prst="straightConnector1">
            <a:avLst/>
          </a:prstGeom>
          <a:noFill/>
          <a:ln cap="flat" cmpd="sng" w="117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23"/>
          <p:cNvCxnSpPr/>
          <p:nvPr/>
        </p:nvCxnSpPr>
        <p:spPr>
          <a:xfrm rot="10800000">
            <a:off x="4390975" y="2500025"/>
            <a:ext cx="783900" cy="5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23"/>
          <p:cNvSpPr/>
          <p:nvPr/>
        </p:nvSpPr>
        <p:spPr>
          <a:xfrm>
            <a:off x="4988725" y="2968592"/>
            <a:ext cx="822000" cy="572700"/>
          </a:xfrm>
          <a:prstGeom prst="ellipse">
            <a:avLst/>
          </a:prstGeom>
          <a:noFill/>
          <a:ln cap="flat" cmpd="sng" w="11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900" lIns="112900" spcFirstLastPara="1" rIns="112900" wrap="square" tIns="11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9"/>
          </a:p>
        </p:txBody>
      </p:sp>
      <p:sp>
        <p:nvSpPr>
          <p:cNvPr id="438" name="Google Shape;438;p23"/>
          <p:cNvSpPr txBox="1"/>
          <p:nvPr/>
        </p:nvSpPr>
        <p:spPr>
          <a:xfrm>
            <a:off x="5174875" y="3055450"/>
            <a:ext cx="989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900" lIns="112900" spcFirstLastPara="1" rIns="112900" wrap="square" tIns="112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1">
                <a:solidFill>
                  <a:schemeClr val="dk2"/>
                </a:solidFill>
              </a:rPr>
              <a:t>Role</a:t>
            </a:r>
            <a:endParaRPr sz="111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"/>
          <p:cNvSpPr txBox="1"/>
          <p:nvPr/>
        </p:nvSpPr>
        <p:spPr>
          <a:xfrm>
            <a:off x="8050818" y="2780025"/>
            <a:ext cx="850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050" lIns="49050" spcFirstLastPara="1" rIns="49050" wrap="square" tIns="4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6">
                <a:solidFill>
                  <a:schemeClr val="dk2"/>
                </a:solidFill>
              </a:rPr>
              <a:t>Equip_Model</a:t>
            </a:r>
            <a:endParaRPr sz="966">
              <a:solidFill>
                <a:schemeClr val="dk2"/>
              </a:solidFill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8067023" y="2823599"/>
            <a:ext cx="780000" cy="194700"/>
          </a:xfrm>
          <a:prstGeom prst="rect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050" lIns="49050" spcFirstLastPara="1" rIns="49050" wrap="square" tIns="4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1"/>
          </a:p>
        </p:txBody>
      </p:sp>
      <p:sp>
        <p:nvSpPr>
          <p:cNvPr id="445" name="Google Shape;445;p24"/>
          <p:cNvSpPr txBox="1"/>
          <p:nvPr/>
        </p:nvSpPr>
        <p:spPr>
          <a:xfrm>
            <a:off x="7086370" y="2345427"/>
            <a:ext cx="821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050" lIns="49050" spcFirstLastPara="1" rIns="49050" wrap="square" tIns="4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6">
                <a:solidFill>
                  <a:schemeClr val="dk2"/>
                </a:solidFill>
              </a:rPr>
              <a:t>Corresponds</a:t>
            </a:r>
            <a:endParaRPr sz="966">
              <a:solidFill>
                <a:schemeClr val="dk2"/>
              </a:solidFill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7024043" y="2258865"/>
            <a:ext cx="909300" cy="441600"/>
          </a:xfrm>
          <a:prstGeom prst="diamond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050" lIns="49050" spcFirstLastPara="1" rIns="49050" wrap="square" tIns="4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1"/>
          </a:p>
        </p:txBody>
      </p:sp>
      <p:cxnSp>
        <p:nvCxnSpPr>
          <p:cNvPr id="447" name="Google Shape;447;p24"/>
          <p:cNvCxnSpPr>
            <a:stCxn id="444" idx="1"/>
            <a:endCxn id="446" idx="3"/>
          </p:cNvCxnSpPr>
          <p:nvPr/>
        </p:nvCxnSpPr>
        <p:spPr>
          <a:xfrm rot="10800000">
            <a:off x="7933223" y="2479649"/>
            <a:ext cx="133800" cy="441300"/>
          </a:xfrm>
          <a:prstGeom prst="straightConnector1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24"/>
          <p:cNvSpPr txBox="1"/>
          <p:nvPr/>
        </p:nvSpPr>
        <p:spPr>
          <a:xfrm>
            <a:off x="6116717" y="1944875"/>
            <a:ext cx="780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050" lIns="49050" spcFirstLastPara="1" rIns="49050" wrap="square" tIns="4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6">
                <a:solidFill>
                  <a:schemeClr val="dk2"/>
                </a:solidFill>
              </a:rPr>
              <a:t>Equip_Units</a:t>
            </a:r>
            <a:endParaRPr sz="966">
              <a:solidFill>
                <a:schemeClr val="dk2"/>
              </a:solidFill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6125316" y="1985180"/>
            <a:ext cx="737100" cy="194700"/>
          </a:xfrm>
          <a:prstGeom prst="rect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050" lIns="49050" spcFirstLastPara="1" rIns="49050" wrap="square" tIns="4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1"/>
          </a:p>
        </p:txBody>
      </p:sp>
      <p:sp>
        <p:nvSpPr>
          <p:cNvPr id="450" name="Google Shape;450;p24"/>
          <p:cNvSpPr txBox="1"/>
          <p:nvPr/>
        </p:nvSpPr>
        <p:spPr>
          <a:xfrm>
            <a:off x="6355008" y="2490079"/>
            <a:ext cx="318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050" lIns="49050" spcFirstLastPara="1" rIns="49050" wrap="square" tIns="4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6">
                <a:solidFill>
                  <a:schemeClr val="dk2"/>
                </a:solidFill>
              </a:rPr>
              <a:t>ISA</a:t>
            </a:r>
            <a:endParaRPr sz="966">
              <a:solidFill>
                <a:schemeClr val="dk2"/>
              </a:solidFill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6288550" y="2392340"/>
            <a:ext cx="410400" cy="337200"/>
          </a:xfrm>
          <a:prstGeom prst="triangle">
            <a:avLst>
              <a:gd fmla="val 50000" name="adj"/>
            </a:avLst>
          </a:prstGeom>
          <a:noFill/>
          <a:ln cap="flat" cmpd="sng" w="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050" lIns="49050" spcFirstLastPara="1" rIns="49050" wrap="square" tIns="4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1"/>
          </a:p>
        </p:txBody>
      </p:sp>
      <p:cxnSp>
        <p:nvCxnSpPr>
          <p:cNvPr id="452" name="Google Shape;452;p24"/>
          <p:cNvCxnSpPr>
            <a:stCxn id="451" idx="0"/>
            <a:endCxn id="449" idx="2"/>
          </p:cNvCxnSpPr>
          <p:nvPr/>
        </p:nvCxnSpPr>
        <p:spPr>
          <a:xfrm rot="10800000">
            <a:off x="6493750" y="2179940"/>
            <a:ext cx="0" cy="212400"/>
          </a:xfrm>
          <a:prstGeom prst="straightConnector1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24"/>
          <p:cNvCxnSpPr>
            <a:stCxn id="454" idx="3"/>
            <a:endCxn id="451" idx="2"/>
          </p:cNvCxnSpPr>
          <p:nvPr/>
        </p:nvCxnSpPr>
        <p:spPr>
          <a:xfrm flipH="1" rot="10800000">
            <a:off x="5118714" y="2729525"/>
            <a:ext cx="1169700" cy="396000"/>
          </a:xfrm>
          <a:prstGeom prst="straightConnector1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24"/>
          <p:cNvCxnSpPr>
            <a:stCxn id="456" idx="3"/>
            <a:endCxn id="451" idx="4"/>
          </p:cNvCxnSpPr>
          <p:nvPr/>
        </p:nvCxnSpPr>
        <p:spPr>
          <a:xfrm flipH="1" rot="10800000">
            <a:off x="6617765" y="2729525"/>
            <a:ext cx="81300" cy="396000"/>
          </a:xfrm>
          <a:prstGeom prst="straightConnector1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24"/>
          <p:cNvCxnSpPr>
            <a:stCxn id="449" idx="3"/>
            <a:endCxn id="446" idx="1"/>
          </p:cNvCxnSpPr>
          <p:nvPr/>
        </p:nvCxnSpPr>
        <p:spPr>
          <a:xfrm>
            <a:off x="6862416" y="2082530"/>
            <a:ext cx="161700" cy="397200"/>
          </a:xfrm>
          <a:prstGeom prst="straightConnector1">
            <a:avLst/>
          </a:prstGeom>
          <a:noFill/>
          <a:ln cap="flat" cmpd="sng" w="153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58" name="Google Shape;4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178" y="1766781"/>
            <a:ext cx="3485857" cy="2709969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4"/>
          <p:cNvSpPr txBox="1"/>
          <p:nvPr/>
        </p:nvSpPr>
        <p:spPr>
          <a:xfrm>
            <a:off x="5003117" y="1557145"/>
            <a:ext cx="9867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6">
                <a:solidFill>
                  <a:schemeClr val="dk2"/>
                </a:solidFill>
              </a:rPr>
              <a:t>Laboratories</a:t>
            </a:r>
            <a:endParaRPr sz="1116">
              <a:solidFill>
                <a:schemeClr val="dk2"/>
              </a:solidFill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5000946" y="1590585"/>
            <a:ext cx="899400" cy="233100"/>
          </a:xfrm>
          <a:prstGeom prst="rect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sp>
        <p:nvSpPr>
          <p:cNvPr id="461" name="Google Shape;461;p24"/>
          <p:cNvSpPr txBox="1"/>
          <p:nvPr/>
        </p:nvSpPr>
        <p:spPr>
          <a:xfrm>
            <a:off x="3843444" y="1567818"/>
            <a:ext cx="7425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92">
                <a:solidFill>
                  <a:schemeClr val="dk2"/>
                </a:solidFill>
              </a:rPr>
              <a:t>Attached</a:t>
            </a:r>
            <a:endParaRPr sz="992">
              <a:solidFill>
                <a:schemeClr val="dk2"/>
              </a:solidFill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3729238" y="1510351"/>
            <a:ext cx="803700" cy="394500"/>
          </a:xfrm>
          <a:prstGeom prst="diamond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cxnSp>
        <p:nvCxnSpPr>
          <p:cNvPr id="463" name="Google Shape;463;p24"/>
          <p:cNvCxnSpPr>
            <a:stCxn id="462" idx="3"/>
            <a:endCxn id="460" idx="1"/>
          </p:cNvCxnSpPr>
          <p:nvPr/>
        </p:nvCxnSpPr>
        <p:spPr>
          <a:xfrm flipH="1" rot="10800000">
            <a:off x="4532938" y="1707001"/>
            <a:ext cx="468000" cy="600"/>
          </a:xfrm>
          <a:prstGeom prst="straightConnector1">
            <a:avLst/>
          </a:prstGeom>
          <a:noFill/>
          <a:ln cap="flat" cmpd="sng" w="177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24"/>
          <p:cNvCxnSpPr/>
          <p:nvPr/>
        </p:nvCxnSpPr>
        <p:spPr>
          <a:xfrm flipH="1" rot="10800000">
            <a:off x="2425857" y="1712345"/>
            <a:ext cx="1313100" cy="317100"/>
          </a:xfrm>
          <a:prstGeom prst="straightConnector1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24"/>
          <p:cNvSpPr txBox="1"/>
          <p:nvPr/>
        </p:nvSpPr>
        <p:spPr>
          <a:xfrm>
            <a:off x="5242816" y="2219249"/>
            <a:ext cx="4425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6">
                <a:solidFill>
                  <a:schemeClr val="dk2"/>
                </a:solidFill>
              </a:rPr>
              <a:t>Host</a:t>
            </a:r>
            <a:endParaRPr sz="1116">
              <a:solidFill>
                <a:schemeClr val="dk2"/>
              </a:solidFill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5198163" y="2185631"/>
            <a:ext cx="504600" cy="370200"/>
          </a:xfrm>
          <a:prstGeom prst="diamond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cxnSp>
        <p:nvCxnSpPr>
          <p:cNvPr id="467" name="Google Shape;467;p24"/>
          <p:cNvCxnSpPr>
            <a:stCxn id="460" idx="2"/>
            <a:endCxn id="466" idx="0"/>
          </p:cNvCxnSpPr>
          <p:nvPr/>
        </p:nvCxnSpPr>
        <p:spPr>
          <a:xfrm flipH="1">
            <a:off x="5450346" y="1823685"/>
            <a:ext cx="300" cy="361800"/>
          </a:xfrm>
          <a:prstGeom prst="straightConnector1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24"/>
          <p:cNvSpPr txBox="1"/>
          <p:nvPr/>
        </p:nvSpPr>
        <p:spPr>
          <a:xfrm>
            <a:off x="4251367" y="2972648"/>
            <a:ext cx="8673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6">
                <a:solidFill>
                  <a:schemeClr val="dk2"/>
                </a:solidFill>
              </a:rPr>
              <a:t>Fixed_Units</a:t>
            </a:r>
            <a:endParaRPr sz="1116">
              <a:solidFill>
                <a:schemeClr val="dk2"/>
              </a:solidFill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4256514" y="2974925"/>
            <a:ext cx="862200" cy="301200"/>
          </a:xfrm>
          <a:prstGeom prst="rect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sp>
        <p:nvSpPr>
          <p:cNvPr id="469" name="Google Shape;469;p24"/>
          <p:cNvSpPr txBox="1"/>
          <p:nvPr/>
        </p:nvSpPr>
        <p:spPr>
          <a:xfrm>
            <a:off x="5685065" y="2976378"/>
            <a:ext cx="986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6">
                <a:solidFill>
                  <a:schemeClr val="dk2"/>
                </a:solidFill>
              </a:rPr>
              <a:t>Mobile_Units</a:t>
            </a:r>
            <a:endParaRPr sz="1116">
              <a:solidFill>
                <a:schemeClr val="dk2"/>
              </a:solidFill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5685065" y="2974925"/>
            <a:ext cx="932700" cy="301200"/>
          </a:xfrm>
          <a:prstGeom prst="rect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cxnSp>
        <p:nvCxnSpPr>
          <p:cNvPr id="470" name="Google Shape;470;p24"/>
          <p:cNvCxnSpPr/>
          <p:nvPr/>
        </p:nvCxnSpPr>
        <p:spPr>
          <a:xfrm flipH="1" rot="10800000">
            <a:off x="4899144" y="2466725"/>
            <a:ext cx="425700" cy="508200"/>
          </a:xfrm>
          <a:prstGeom prst="straightConnector1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1" name="Google Shape;471;p24"/>
          <p:cNvCxnSpPr/>
          <p:nvPr/>
        </p:nvCxnSpPr>
        <p:spPr>
          <a:xfrm rot="10800000">
            <a:off x="5583366" y="2464025"/>
            <a:ext cx="402300" cy="510900"/>
          </a:xfrm>
          <a:prstGeom prst="straightConnector1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24"/>
          <p:cNvSpPr txBox="1"/>
          <p:nvPr/>
        </p:nvSpPr>
        <p:spPr>
          <a:xfrm>
            <a:off x="6491066" y="1568318"/>
            <a:ext cx="6840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68">
                <a:solidFill>
                  <a:schemeClr val="dk2"/>
                </a:solidFill>
              </a:rPr>
              <a:t>Supervises</a:t>
            </a:r>
            <a:endParaRPr sz="620">
              <a:solidFill>
                <a:schemeClr val="dk2"/>
              </a:solidFill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6367914" y="1509689"/>
            <a:ext cx="885900" cy="394500"/>
          </a:xfrm>
          <a:prstGeom prst="diamond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cxnSp>
        <p:nvCxnSpPr>
          <p:cNvPr id="474" name="Google Shape;474;p24"/>
          <p:cNvCxnSpPr>
            <a:stCxn id="460" idx="3"/>
            <a:endCxn id="473" idx="1"/>
          </p:cNvCxnSpPr>
          <p:nvPr/>
        </p:nvCxnSpPr>
        <p:spPr>
          <a:xfrm flipH="1" rot="10800000">
            <a:off x="5900346" y="1706835"/>
            <a:ext cx="467700" cy="300"/>
          </a:xfrm>
          <a:prstGeom prst="straightConnector1">
            <a:avLst/>
          </a:prstGeom>
          <a:noFill/>
          <a:ln cap="flat" cmpd="sng" w="1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24"/>
          <p:cNvSpPr txBox="1"/>
          <p:nvPr/>
        </p:nvSpPr>
        <p:spPr>
          <a:xfrm>
            <a:off x="7541881" y="1558598"/>
            <a:ext cx="716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6">
                <a:solidFill>
                  <a:schemeClr val="dk2"/>
                </a:solidFill>
              </a:rPr>
              <a:t>Faculty</a:t>
            </a:r>
            <a:endParaRPr sz="1116">
              <a:solidFill>
                <a:schemeClr val="dk2"/>
              </a:solidFill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7549649" y="1604164"/>
            <a:ext cx="557400" cy="208800"/>
          </a:xfrm>
          <a:prstGeom prst="rect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cxnSp>
        <p:nvCxnSpPr>
          <p:cNvPr id="477" name="Google Shape;477;p24"/>
          <p:cNvCxnSpPr>
            <a:stCxn id="473" idx="3"/>
            <a:endCxn id="476" idx="1"/>
          </p:cNvCxnSpPr>
          <p:nvPr/>
        </p:nvCxnSpPr>
        <p:spPr>
          <a:xfrm>
            <a:off x="7253814" y="1706939"/>
            <a:ext cx="295800" cy="1500"/>
          </a:xfrm>
          <a:prstGeom prst="straightConnector1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24"/>
          <p:cNvSpPr txBox="1"/>
          <p:nvPr/>
        </p:nvSpPr>
        <p:spPr>
          <a:xfrm>
            <a:off x="1218404" y="1439602"/>
            <a:ext cx="16665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47450" spcFirstLastPara="1" rIns="47450" wrap="square" tIns="47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34">
                <a:solidFill>
                  <a:schemeClr val="dk2"/>
                </a:solidFill>
              </a:rPr>
              <a:t>is involved</a:t>
            </a:r>
            <a:endParaRPr sz="934">
              <a:solidFill>
                <a:schemeClr val="dk2"/>
              </a:solidFill>
            </a:endParaRPr>
          </a:p>
        </p:txBody>
      </p:sp>
      <p:sp>
        <p:nvSpPr>
          <p:cNvPr id="479" name="Google Shape;479;p24"/>
          <p:cNvSpPr/>
          <p:nvPr/>
        </p:nvSpPr>
        <p:spPr>
          <a:xfrm>
            <a:off x="1108532" y="1352682"/>
            <a:ext cx="879600" cy="409500"/>
          </a:xfrm>
          <a:prstGeom prst="diamond">
            <a:avLst/>
          </a:prstGeom>
          <a:noFill/>
          <a:ln cap="flat" cmpd="sng" w="4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50" lIns="47450" spcFirstLastPara="1" rIns="47450" wrap="square" tIns="4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7"/>
          </a:p>
        </p:txBody>
      </p:sp>
      <p:cxnSp>
        <p:nvCxnSpPr>
          <p:cNvPr id="480" name="Google Shape;480;p24"/>
          <p:cNvCxnSpPr>
            <a:endCxn id="479" idx="2"/>
          </p:cNvCxnSpPr>
          <p:nvPr/>
        </p:nvCxnSpPr>
        <p:spPr>
          <a:xfrm rot="10800000">
            <a:off x="1548332" y="1762182"/>
            <a:ext cx="370800" cy="267300"/>
          </a:xfrm>
          <a:prstGeom prst="straightConnector1">
            <a:avLst/>
          </a:prstGeom>
          <a:noFill/>
          <a:ln cap="flat" cmpd="sng" w="4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24"/>
          <p:cNvSpPr txBox="1"/>
          <p:nvPr/>
        </p:nvSpPr>
        <p:spPr>
          <a:xfrm>
            <a:off x="264550" y="1091311"/>
            <a:ext cx="10500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47450" spcFirstLastPara="1" rIns="47450" wrap="square" tIns="47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34">
                <a:solidFill>
                  <a:schemeClr val="dk2"/>
                </a:solidFill>
              </a:rPr>
              <a:t>Research Project</a:t>
            </a:r>
            <a:endParaRPr sz="934">
              <a:solidFill>
                <a:schemeClr val="dk2"/>
              </a:solidFill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264550" y="1128744"/>
            <a:ext cx="1018500" cy="180900"/>
          </a:xfrm>
          <a:prstGeom prst="rect">
            <a:avLst/>
          </a:prstGeom>
          <a:noFill/>
          <a:ln cap="flat" cmpd="sng" w="4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50" lIns="47450" spcFirstLastPara="1" rIns="47450" wrap="square" tIns="4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7"/>
          </a:p>
        </p:txBody>
      </p:sp>
      <p:cxnSp>
        <p:nvCxnSpPr>
          <p:cNvPr id="483" name="Google Shape;483;p24"/>
          <p:cNvCxnSpPr>
            <a:stCxn id="482" idx="2"/>
            <a:endCxn id="479" idx="1"/>
          </p:cNvCxnSpPr>
          <p:nvPr/>
        </p:nvCxnSpPr>
        <p:spPr>
          <a:xfrm>
            <a:off x="773800" y="1309644"/>
            <a:ext cx="334800" cy="247800"/>
          </a:xfrm>
          <a:prstGeom prst="straightConnector1">
            <a:avLst/>
          </a:prstGeom>
          <a:noFill/>
          <a:ln cap="flat" cmpd="sng" w="197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"/>
          <p:cNvSpPr txBox="1"/>
          <p:nvPr>
            <p:ph type="title"/>
          </p:nvPr>
        </p:nvSpPr>
        <p:spPr>
          <a:xfrm>
            <a:off x="311700" y="445025"/>
            <a:ext cx="348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/ Calibration Record</a:t>
            </a:r>
            <a:endParaRPr/>
          </a:p>
        </p:txBody>
      </p:sp>
      <p:sp>
        <p:nvSpPr>
          <p:cNvPr id="489" name="Google Shape;489;p25"/>
          <p:cNvSpPr txBox="1"/>
          <p:nvPr/>
        </p:nvSpPr>
        <p:spPr>
          <a:xfrm>
            <a:off x="842225" y="2950725"/>
            <a:ext cx="19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Equipment Unit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842225" y="3007275"/>
            <a:ext cx="1820400" cy="34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5"/>
          <p:cNvSpPr txBox="1"/>
          <p:nvPr/>
        </p:nvSpPr>
        <p:spPr>
          <a:xfrm>
            <a:off x="3290325" y="2082550"/>
            <a:ext cx="321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calibrating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3078625" y="1915075"/>
            <a:ext cx="1694400" cy="789300"/>
          </a:xfrm>
          <a:prstGeom prst="diamond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3" name="Google Shape;493;p25"/>
          <p:cNvCxnSpPr>
            <a:stCxn id="490" idx="0"/>
          </p:cNvCxnSpPr>
          <p:nvPr/>
        </p:nvCxnSpPr>
        <p:spPr>
          <a:xfrm flipH="1" rot="10800000">
            <a:off x="1752425" y="2499075"/>
            <a:ext cx="1740000" cy="50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25"/>
          <p:cNvSpPr txBox="1"/>
          <p:nvPr/>
        </p:nvSpPr>
        <p:spPr>
          <a:xfrm>
            <a:off x="5870675" y="797425"/>
            <a:ext cx="260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Calibration record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5890575" y="865050"/>
            <a:ext cx="1974900" cy="3486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 txBox="1"/>
          <p:nvPr/>
        </p:nvSpPr>
        <p:spPr>
          <a:xfrm>
            <a:off x="6313425" y="-1050"/>
            <a:ext cx="9894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900" lIns="112900" spcFirstLastPara="1" rIns="112900" wrap="square" tIns="112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1">
                <a:solidFill>
                  <a:schemeClr val="dk2"/>
                </a:solidFill>
              </a:rPr>
              <a:t>Calibration</a:t>
            </a:r>
            <a:endParaRPr sz="111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1">
                <a:solidFill>
                  <a:schemeClr val="dk2"/>
                </a:solidFill>
              </a:rPr>
              <a:t>date</a:t>
            </a:r>
            <a:endParaRPr sz="1111">
              <a:solidFill>
                <a:schemeClr val="dk2"/>
              </a:solidFill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6313425" y="-2258"/>
            <a:ext cx="822000" cy="572700"/>
          </a:xfrm>
          <a:prstGeom prst="ellipse">
            <a:avLst/>
          </a:prstGeom>
          <a:noFill/>
          <a:ln cap="flat" cmpd="sng" w="11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900" lIns="112900" spcFirstLastPara="1" rIns="112900" wrap="square" tIns="11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9"/>
          </a:p>
        </p:txBody>
      </p:sp>
      <p:cxnSp>
        <p:nvCxnSpPr>
          <p:cNvPr id="498" name="Google Shape;498;p25"/>
          <p:cNvCxnSpPr>
            <a:stCxn id="497" idx="4"/>
          </p:cNvCxnSpPr>
          <p:nvPr/>
        </p:nvCxnSpPr>
        <p:spPr>
          <a:xfrm flipH="1">
            <a:off x="6653325" y="570442"/>
            <a:ext cx="71100" cy="293400"/>
          </a:xfrm>
          <a:prstGeom prst="straightConnector1">
            <a:avLst/>
          </a:prstGeom>
          <a:noFill/>
          <a:ln cap="flat" cmpd="sng" w="117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25"/>
          <p:cNvCxnSpPr>
            <a:stCxn id="497" idx="2"/>
          </p:cNvCxnSpPr>
          <p:nvPr/>
        </p:nvCxnSpPr>
        <p:spPr>
          <a:xfrm>
            <a:off x="6313425" y="284092"/>
            <a:ext cx="8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25"/>
          <p:cNvCxnSpPr/>
          <p:nvPr/>
        </p:nvCxnSpPr>
        <p:spPr>
          <a:xfrm flipH="1" rot="10800000">
            <a:off x="6465825" y="429592"/>
            <a:ext cx="3615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25"/>
          <p:cNvCxnSpPr>
            <a:stCxn id="495" idx="1"/>
          </p:cNvCxnSpPr>
          <p:nvPr/>
        </p:nvCxnSpPr>
        <p:spPr>
          <a:xfrm flipH="1">
            <a:off x="4390575" y="1039350"/>
            <a:ext cx="1500000" cy="1078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6"/>
          <p:cNvSpPr txBox="1"/>
          <p:nvPr/>
        </p:nvSpPr>
        <p:spPr>
          <a:xfrm>
            <a:off x="197250" y="152900"/>
            <a:ext cx="26562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dk2"/>
                </a:solidFill>
              </a:rPr>
              <a:t>/Consumables</a:t>
            </a:r>
            <a:endParaRPr b="1" sz="2500">
              <a:solidFill>
                <a:schemeClr val="dk2"/>
              </a:solidFill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3550057" y="1530962"/>
            <a:ext cx="1749900" cy="495000"/>
          </a:xfrm>
          <a:prstGeom prst="rect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00" lIns="81200" spcFirstLastPara="1" rIns="81200" wrap="square" tIns="8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44"/>
              <a:t>consumables</a:t>
            </a:r>
            <a:endParaRPr sz="1244"/>
          </a:p>
        </p:txBody>
      </p:sp>
      <p:sp>
        <p:nvSpPr>
          <p:cNvPr id="508" name="Google Shape;508;p26"/>
          <p:cNvSpPr/>
          <p:nvPr/>
        </p:nvSpPr>
        <p:spPr>
          <a:xfrm>
            <a:off x="1636864" y="841725"/>
            <a:ext cx="965700" cy="495000"/>
          </a:xfrm>
          <a:prstGeom prst="flowChartConnector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25" lIns="110925" spcFirstLastPara="1" rIns="110925" wrap="square" tIns="11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99" u="sng"/>
              <a:t>id</a:t>
            </a:r>
            <a:endParaRPr sz="899" u="sng"/>
          </a:p>
        </p:txBody>
      </p:sp>
      <p:sp>
        <p:nvSpPr>
          <p:cNvPr id="509" name="Google Shape;509;p26"/>
          <p:cNvSpPr/>
          <p:nvPr/>
        </p:nvSpPr>
        <p:spPr>
          <a:xfrm>
            <a:off x="2662522" y="730575"/>
            <a:ext cx="965700" cy="495000"/>
          </a:xfrm>
          <a:prstGeom prst="flowChartConnector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25" lIns="110925" spcFirstLastPara="1" rIns="110925" wrap="square" tIns="11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99"/>
              <a:t>name</a:t>
            </a:r>
            <a:endParaRPr sz="899"/>
          </a:p>
        </p:txBody>
      </p:sp>
      <p:sp>
        <p:nvSpPr>
          <p:cNvPr id="510" name="Google Shape;510;p26"/>
          <p:cNvSpPr/>
          <p:nvPr/>
        </p:nvSpPr>
        <p:spPr>
          <a:xfrm>
            <a:off x="3688186" y="714850"/>
            <a:ext cx="965700" cy="495000"/>
          </a:xfrm>
          <a:prstGeom prst="flowChartConnector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25" lIns="110925" spcFirstLastPara="1" rIns="110925" wrap="square" tIns="11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99"/>
              <a:t>unit of measure</a:t>
            </a:r>
            <a:endParaRPr sz="899"/>
          </a:p>
        </p:txBody>
      </p:sp>
      <p:sp>
        <p:nvSpPr>
          <p:cNvPr id="511" name="Google Shape;511;p26"/>
          <p:cNvSpPr/>
          <p:nvPr/>
        </p:nvSpPr>
        <p:spPr>
          <a:xfrm>
            <a:off x="4572000" y="1038500"/>
            <a:ext cx="695700" cy="378000"/>
          </a:xfrm>
          <a:prstGeom prst="flowChartConnector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25" lIns="110925" spcFirstLastPara="1" rIns="110925" wrap="square" tIns="11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99"/>
              <a:t>reord_thr</a:t>
            </a:r>
            <a:endParaRPr sz="899"/>
          </a:p>
        </p:txBody>
      </p:sp>
      <p:sp>
        <p:nvSpPr>
          <p:cNvPr id="512" name="Google Shape;512;p26"/>
          <p:cNvSpPr/>
          <p:nvPr/>
        </p:nvSpPr>
        <p:spPr>
          <a:xfrm>
            <a:off x="4653875" y="620425"/>
            <a:ext cx="833400" cy="378000"/>
          </a:xfrm>
          <a:prstGeom prst="flowChartConnector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25" lIns="110925" spcFirstLastPara="1" rIns="110925" wrap="square" tIns="11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99"/>
              <a:t>hazard level</a:t>
            </a:r>
            <a:endParaRPr sz="899"/>
          </a:p>
        </p:txBody>
      </p:sp>
      <p:sp>
        <p:nvSpPr>
          <p:cNvPr id="513" name="Google Shape;513;p26"/>
          <p:cNvSpPr/>
          <p:nvPr/>
        </p:nvSpPr>
        <p:spPr>
          <a:xfrm>
            <a:off x="6891744" y="2808019"/>
            <a:ext cx="1749900" cy="495000"/>
          </a:xfrm>
          <a:prstGeom prst="rect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00" lIns="81200" spcFirstLastPara="1" rIns="81200" wrap="square" tIns="8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44"/>
              <a:t>supplier</a:t>
            </a:r>
            <a:endParaRPr sz="1244"/>
          </a:p>
        </p:txBody>
      </p:sp>
      <p:sp>
        <p:nvSpPr>
          <p:cNvPr id="514" name="Google Shape;514;p26"/>
          <p:cNvSpPr/>
          <p:nvPr/>
        </p:nvSpPr>
        <p:spPr>
          <a:xfrm>
            <a:off x="3550057" y="2503132"/>
            <a:ext cx="1749900" cy="495000"/>
          </a:xfrm>
          <a:prstGeom prst="rect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00" lIns="81200" spcFirstLastPara="1" rIns="81200" wrap="square" tIns="8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44"/>
              <a:t>laboratory</a:t>
            </a:r>
            <a:endParaRPr sz="1244"/>
          </a:p>
        </p:txBody>
      </p:sp>
      <p:sp>
        <p:nvSpPr>
          <p:cNvPr id="515" name="Google Shape;515;p26"/>
          <p:cNvSpPr/>
          <p:nvPr/>
        </p:nvSpPr>
        <p:spPr>
          <a:xfrm>
            <a:off x="5487023" y="2808019"/>
            <a:ext cx="1217736" cy="494868"/>
          </a:xfrm>
          <a:prstGeom prst="flowChartDecision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00" lIns="81200" spcFirstLastPara="1" rIns="81200" wrap="square" tIns="8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5"/>
              <a:t>supplies</a:t>
            </a:r>
            <a:endParaRPr sz="1155"/>
          </a:p>
        </p:txBody>
      </p:sp>
      <p:cxnSp>
        <p:nvCxnSpPr>
          <p:cNvPr id="516" name="Google Shape;516;p26"/>
          <p:cNvCxnSpPr>
            <a:stCxn id="514" idx="3"/>
            <a:endCxn id="515" idx="1"/>
          </p:cNvCxnSpPr>
          <p:nvPr/>
        </p:nvCxnSpPr>
        <p:spPr>
          <a:xfrm>
            <a:off x="5299957" y="2750632"/>
            <a:ext cx="187200" cy="3048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26"/>
          <p:cNvCxnSpPr>
            <a:stCxn id="515" idx="3"/>
            <a:endCxn id="513" idx="1"/>
          </p:cNvCxnSpPr>
          <p:nvPr/>
        </p:nvCxnSpPr>
        <p:spPr>
          <a:xfrm>
            <a:off x="6704759" y="3055453"/>
            <a:ext cx="186900" cy="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26"/>
          <p:cNvCxnSpPr>
            <a:stCxn id="508" idx="5"/>
            <a:endCxn id="507" idx="1"/>
          </p:cNvCxnSpPr>
          <p:nvPr/>
        </p:nvCxnSpPr>
        <p:spPr>
          <a:xfrm>
            <a:off x="2461140" y="1264234"/>
            <a:ext cx="1089000" cy="5142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26"/>
          <p:cNvCxnSpPr>
            <a:stCxn id="509" idx="5"/>
            <a:endCxn id="507" idx="0"/>
          </p:cNvCxnSpPr>
          <p:nvPr/>
        </p:nvCxnSpPr>
        <p:spPr>
          <a:xfrm>
            <a:off x="3486798" y="1153084"/>
            <a:ext cx="938100" cy="3780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26"/>
          <p:cNvCxnSpPr>
            <a:stCxn id="510" idx="4"/>
            <a:endCxn id="507" idx="0"/>
          </p:cNvCxnSpPr>
          <p:nvPr/>
        </p:nvCxnSpPr>
        <p:spPr>
          <a:xfrm>
            <a:off x="4171036" y="1209850"/>
            <a:ext cx="254100" cy="3210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26"/>
          <p:cNvCxnSpPr>
            <a:stCxn id="511" idx="3"/>
            <a:endCxn id="507" idx="0"/>
          </p:cNvCxnSpPr>
          <p:nvPr/>
        </p:nvCxnSpPr>
        <p:spPr>
          <a:xfrm flipH="1">
            <a:off x="4424883" y="1361143"/>
            <a:ext cx="249000" cy="1698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26"/>
          <p:cNvCxnSpPr>
            <a:stCxn id="512" idx="3"/>
            <a:endCxn id="507" idx="0"/>
          </p:cNvCxnSpPr>
          <p:nvPr/>
        </p:nvCxnSpPr>
        <p:spPr>
          <a:xfrm flipH="1">
            <a:off x="4424924" y="943068"/>
            <a:ext cx="351000" cy="5880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26"/>
          <p:cNvSpPr/>
          <p:nvPr/>
        </p:nvSpPr>
        <p:spPr>
          <a:xfrm>
            <a:off x="5707883" y="2198248"/>
            <a:ext cx="776100" cy="407400"/>
          </a:xfrm>
          <a:prstGeom prst="flowChartConnector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00" lIns="81200" spcFirstLastPara="1" rIns="81200" wrap="square" tIns="8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44"/>
              <a:t>price</a:t>
            </a:r>
            <a:endParaRPr sz="1244"/>
          </a:p>
        </p:txBody>
      </p:sp>
      <p:cxnSp>
        <p:nvCxnSpPr>
          <p:cNvPr id="524" name="Google Shape;524;p26"/>
          <p:cNvCxnSpPr>
            <a:stCxn id="523" idx="4"/>
            <a:endCxn id="515" idx="0"/>
          </p:cNvCxnSpPr>
          <p:nvPr/>
        </p:nvCxnSpPr>
        <p:spPr>
          <a:xfrm>
            <a:off x="6095933" y="2605648"/>
            <a:ext cx="0" cy="2025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26"/>
          <p:cNvSpPr/>
          <p:nvPr/>
        </p:nvSpPr>
        <p:spPr>
          <a:xfrm>
            <a:off x="1521977" y="1530973"/>
            <a:ext cx="965700" cy="495000"/>
          </a:xfrm>
          <a:prstGeom prst="flowChartConnector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25" lIns="110925" spcFirstLastPara="1" rIns="110925" wrap="square" tIns="11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99"/>
              <a:t>quantity</a:t>
            </a:r>
            <a:endParaRPr sz="899"/>
          </a:p>
        </p:txBody>
      </p:sp>
      <p:sp>
        <p:nvSpPr>
          <p:cNvPr id="526" name="Google Shape;526;p26"/>
          <p:cNvSpPr/>
          <p:nvPr/>
        </p:nvSpPr>
        <p:spPr>
          <a:xfrm>
            <a:off x="2776822" y="2060751"/>
            <a:ext cx="965750" cy="407460"/>
          </a:xfrm>
          <a:prstGeom prst="flowChartDecision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00" lIns="81200" spcFirstLastPara="1" rIns="81200" wrap="square" tIns="8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5"/>
              <a:t>pair</a:t>
            </a:r>
            <a:endParaRPr sz="1155"/>
          </a:p>
        </p:txBody>
      </p:sp>
      <p:cxnSp>
        <p:nvCxnSpPr>
          <p:cNvPr id="527" name="Google Shape;527;p26"/>
          <p:cNvCxnSpPr>
            <a:stCxn id="507" idx="2"/>
            <a:endCxn id="526" idx="0"/>
          </p:cNvCxnSpPr>
          <p:nvPr/>
        </p:nvCxnSpPr>
        <p:spPr>
          <a:xfrm flipH="1">
            <a:off x="3259807" y="2025962"/>
            <a:ext cx="1165200" cy="348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26"/>
          <p:cNvCxnSpPr>
            <a:stCxn id="526" idx="2"/>
            <a:endCxn id="514" idx="0"/>
          </p:cNvCxnSpPr>
          <p:nvPr/>
        </p:nvCxnSpPr>
        <p:spPr>
          <a:xfrm>
            <a:off x="3259697" y="2468211"/>
            <a:ext cx="1165200" cy="348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26"/>
          <p:cNvSpPr/>
          <p:nvPr/>
        </p:nvSpPr>
        <p:spPr>
          <a:xfrm>
            <a:off x="1521977" y="2064504"/>
            <a:ext cx="965700" cy="495000"/>
          </a:xfrm>
          <a:prstGeom prst="flowChartConnector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25" lIns="110925" spcFirstLastPara="1" rIns="110925" wrap="square" tIns="11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99"/>
              <a:t>restock date</a:t>
            </a:r>
            <a:endParaRPr sz="899"/>
          </a:p>
        </p:txBody>
      </p:sp>
      <p:sp>
        <p:nvSpPr>
          <p:cNvPr id="530" name="Google Shape;530;p26"/>
          <p:cNvSpPr/>
          <p:nvPr/>
        </p:nvSpPr>
        <p:spPr>
          <a:xfrm>
            <a:off x="1521977" y="2598035"/>
            <a:ext cx="965700" cy="495000"/>
          </a:xfrm>
          <a:prstGeom prst="flowChartConnector">
            <a:avLst/>
          </a:prstGeom>
          <a:solidFill>
            <a:schemeClr val="lt2"/>
          </a:solidFill>
          <a:ln cap="flat" cmpd="sng" w="11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925" lIns="110925" spcFirstLastPara="1" rIns="110925" wrap="square" tIns="11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99"/>
              <a:t>storage condition</a:t>
            </a:r>
            <a:endParaRPr sz="899"/>
          </a:p>
        </p:txBody>
      </p:sp>
      <p:cxnSp>
        <p:nvCxnSpPr>
          <p:cNvPr id="531" name="Google Shape;531;p26"/>
          <p:cNvCxnSpPr>
            <a:stCxn id="526" idx="1"/>
            <a:endCxn id="525" idx="6"/>
          </p:cNvCxnSpPr>
          <p:nvPr/>
        </p:nvCxnSpPr>
        <p:spPr>
          <a:xfrm rot="10800000">
            <a:off x="2487622" y="1778481"/>
            <a:ext cx="289200" cy="4860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26"/>
          <p:cNvCxnSpPr>
            <a:stCxn id="526" idx="1"/>
            <a:endCxn id="529" idx="6"/>
          </p:cNvCxnSpPr>
          <p:nvPr/>
        </p:nvCxnSpPr>
        <p:spPr>
          <a:xfrm flipH="1">
            <a:off x="2487622" y="2264481"/>
            <a:ext cx="289200" cy="474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26"/>
          <p:cNvCxnSpPr>
            <a:stCxn id="526" idx="1"/>
            <a:endCxn id="530" idx="6"/>
          </p:cNvCxnSpPr>
          <p:nvPr/>
        </p:nvCxnSpPr>
        <p:spPr>
          <a:xfrm flipH="1">
            <a:off x="2487622" y="2264481"/>
            <a:ext cx="289200" cy="5811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26"/>
          <p:cNvSpPr/>
          <p:nvPr/>
        </p:nvSpPr>
        <p:spPr>
          <a:xfrm>
            <a:off x="2524700" y="4403982"/>
            <a:ext cx="1749900" cy="495000"/>
          </a:xfrm>
          <a:prstGeom prst="rect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00" lIns="81200" spcFirstLastPara="1" rIns="81200" wrap="square" tIns="8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44"/>
              <a:t>technical staff member</a:t>
            </a:r>
            <a:endParaRPr sz="1244"/>
          </a:p>
        </p:txBody>
      </p:sp>
      <p:sp>
        <p:nvSpPr>
          <p:cNvPr id="535" name="Google Shape;535;p26"/>
          <p:cNvSpPr/>
          <p:nvPr/>
        </p:nvSpPr>
        <p:spPr>
          <a:xfrm>
            <a:off x="2726063" y="3712363"/>
            <a:ext cx="1347175" cy="407450"/>
          </a:xfrm>
          <a:prstGeom prst="flowChartDecision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00" lIns="81200" spcFirstLastPara="1" rIns="81200" wrap="square" tIns="8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5"/>
              <a:t>tracks</a:t>
            </a:r>
            <a:endParaRPr sz="1155"/>
          </a:p>
        </p:txBody>
      </p:sp>
      <p:sp>
        <p:nvSpPr>
          <p:cNvPr id="536" name="Google Shape;536;p26"/>
          <p:cNvSpPr/>
          <p:nvPr/>
        </p:nvSpPr>
        <p:spPr>
          <a:xfrm>
            <a:off x="1195038" y="3585500"/>
            <a:ext cx="10437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/>
              <a:t>assignment date</a:t>
            </a:r>
            <a:endParaRPr sz="1100"/>
          </a:p>
        </p:txBody>
      </p:sp>
      <p:cxnSp>
        <p:nvCxnSpPr>
          <p:cNvPr id="537" name="Google Shape;537;p26"/>
          <p:cNvCxnSpPr>
            <a:stCxn id="535" idx="1"/>
            <a:endCxn id="536" idx="6"/>
          </p:cNvCxnSpPr>
          <p:nvPr/>
        </p:nvCxnSpPr>
        <p:spPr>
          <a:xfrm rot="10800000">
            <a:off x="2238863" y="3916088"/>
            <a:ext cx="48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26"/>
          <p:cNvSpPr/>
          <p:nvPr/>
        </p:nvSpPr>
        <p:spPr>
          <a:xfrm>
            <a:off x="6891744" y="1530969"/>
            <a:ext cx="1749900" cy="495000"/>
          </a:xfrm>
          <a:prstGeom prst="rect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00" lIns="81200" spcFirstLastPara="1" rIns="81200" wrap="square" tIns="8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44"/>
              <a:t>reservation</a:t>
            </a:r>
            <a:endParaRPr sz="1244"/>
          </a:p>
        </p:txBody>
      </p:sp>
      <p:sp>
        <p:nvSpPr>
          <p:cNvPr id="539" name="Google Shape;539;p26"/>
          <p:cNvSpPr/>
          <p:nvPr/>
        </p:nvSpPr>
        <p:spPr>
          <a:xfrm>
            <a:off x="7347400" y="812050"/>
            <a:ext cx="12177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quantity</a:t>
            </a:r>
            <a:endParaRPr/>
          </a:p>
        </p:txBody>
      </p:sp>
      <p:sp>
        <p:nvSpPr>
          <p:cNvPr id="540" name="Google Shape;540;p26"/>
          <p:cNvSpPr/>
          <p:nvPr/>
        </p:nvSpPr>
        <p:spPr>
          <a:xfrm>
            <a:off x="5486985" y="1569644"/>
            <a:ext cx="1217736" cy="494868"/>
          </a:xfrm>
          <a:prstGeom prst="flowChartDecision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00" lIns="81200" spcFirstLastPara="1" rIns="81200" wrap="square" tIns="8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55"/>
              <a:t>uses</a:t>
            </a:r>
            <a:endParaRPr sz="1155"/>
          </a:p>
        </p:txBody>
      </p:sp>
      <p:cxnSp>
        <p:nvCxnSpPr>
          <p:cNvPr id="541" name="Google Shape;541;p26"/>
          <p:cNvCxnSpPr>
            <a:endCxn id="540" idx="1"/>
          </p:cNvCxnSpPr>
          <p:nvPr/>
        </p:nvCxnSpPr>
        <p:spPr>
          <a:xfrm>
            <a:off x="5300085" y="1778378"/>
            <a:ext cx="186900" cy="3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26"/>
          <p:cNvCxnSpPr>
            <a:stCxn id="540" idx="3"/>
            <a:endCxn id="538" idx="1"/>
          </p:cNvCxnSpPr>
          <p:nvPr/>
        </p:nvCxnSpPr>
        <p:spPr>
          <a:xfrm flipH="1" rot="10800000">
            <a:off x="6704721" y="1778378"/>
            <a:ext cx="186900" cy="3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26"/>
          <p:cNvCxnSpPr>
            <a:stCxn id="539" idx="2"/>
            <a:endCxn id="540" idx="0"/>
          </p:cNvCxnSpPr>
          <p:nvPr/>
        </p:nvCxnSpPr>
        <p:spPr>
          <a:xfrm flipH="1">
            <a:off x="6095800" y="1142650"/>
            <a:ext cx="1251600" cy="42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26"/>
          <p:cNvCxnSpPr>
            <a:stCxn id="534" idx="0"/>
            <a:endCxn id="535" idx="2"/>
          </p:cNvCxnSpPr>
          <p:nvPr/>
        </p:nvCxnSpPr>
        <p:spPr>
          <a:xfrm rot="10800000">
            <a:off x="3399650" y="4119882"/>
            <a:ext cx="0" cy="28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26"/>
          <p:cNvSpPr/>
          <p:nvPr/>
        </p:nvSpPr>
        <p:spPr>
          <a:xfrm>
            <a:off x="1266775" y="576800"/>
            <a:ext cx="4280400" cy="2900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6" name="Google Shape;546;p26"/>
          <p:cNvCxnSpPr>
            <a:stCxn id="535" idx="0"/>
            <a:endCxn id="545" idx="2"/>
          </p:cNvCxnSpPr>
          <p:nvPr/>
        </p:nvCxnSpPr>
        <p:spPr>
          <a:xfrm flipH="1" rot="10800000">
            <a:off x="3399650" y="3477163"/>
            <a:ext cx="7200" cy="2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7"/>
          <p:cNvSpPr txBox="1"/>
          <p:nvPr/>
        </p:nvSpPr>
        <p:spPr>
          <a:xfrm>
            <a:off x="8012518" y="1953875"/>
            <a:ext cx="850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050" lIns="49050" spcFirstLastPara="1" rIns="49050" wrap="square" tIns="4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6">
                <a:solidFill>
                  <a:schemeClr val="dk2"/>
                </a:solidFill>
              </a:rPr>
              <a:t>Equip_Model</a:t>
            </a:r>
            <a:endParaRPr sz="966">
              <a:solidFill>
                <a:schemeClr val="dk2"/>
              </a:solidFill>
            </a:endParaRPr>
          </a:p>
        </p:txBody>
      </p:sp>
      <p:sp>
        <p:nvSpPr>
          <p:cNvPr id="552" name="Google Shape;552;p27"/>
          <p:cNvSpPr/>
          <p:nvPr/>
        </p:nvSpPr>
        <p:spPr>
          <a:xfrm>
            <a:off x="8028723" y="1997449"/>
            <a:ext cx="780000" cy="194700"/>
          </a:xfrm>
          <a:prstGeom prst="rect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050" lIns="49050" spcFirstLastPara="1" rIns="49050" wrap="square" tIns="4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1"/>
          </a:p>
        </p:txBody>
      </p:sp>
      <p:sp>
        <p:nvSpPr>
          <p:cNvPr id="553" name="Google Shape;553;p27"/>
          <p:cNvSpPr txBox="1"/>
          <p:nvPr/>
        </p:nvSpPr>
        <p:spPr>
          <a:xfrm>
            <a:off x="6967045" y="1940127"/>
            <a:ext cx="821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050" lIns="49050" spcFirstLastPara="1" rIns="49050" wrap="square" tIns="4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6">
                <a:solidFill>
                  <a:schemeClr val="dk2"/>
                </a:solidFill>
              </a:rPr>
              <a:t>Corresponds</a:t>
            </a:r>
            <a:endParaRPr sz="966">
              <a:solidFill>
                <a:schemeClr val="dk2"/>
              </a:solidFill>
            </a:endParaRPr>
          </a:p>
        </p:txBody>
      </p:sp>
      <p:sp>
        <p:nvSpPr>
          <p:cNvPr id="554" name="Google Shape;554;p27"/>
          <p:cNvSpPr/>
          <p:nvPr/>
        </p:nvSpPr>
        <p:spPr>
          <a:xfrm>
            <a:off x="6904718" y="1853565"/>
            <a:ext cx="909300" cy="441600"/>
          </a:xfrm>
          <a:prstGeom prst="diamond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050" lIns="49050" spcFirstLastPara="1" rIns="49050" wrap="square" tIns="4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1"/>
          </a:p>
        </p:txBody>
      </p:sp>
      <p:cxnSp>
        <p:nvCxnSpPr>
          <p:cNvPr id="555" name="Google Shape;555;p27"/>
          <p:cNvCxnSpPr>
            <a:stCxn id="552" idx="1"/>
            <a:endCxn id="554" idx="3"/>
          </p:cNvCxnSpPr>
          <p:nvPr/>
        </p:nvCxnSpPr>
        <p:spPr>
          <a:xfrm rot="10800000">
            <a:off x="7813923" y="2074399"/>
            <a:ext cx="214800" cy="20400"/>
          </a:xfrm>
          <a:prstGeom prst="straightConnector1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27"/>
          <p:cNvSpPr txBox="1"/>
          <p:nvPr/>
        </p:nvSpPr>
        <p:spPr>
          <a:xfrm>
            <a:off x="5926217" y="1940113"/>
            <a:ext cx="780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050" lIns="49050" spcFirstLastPara="1" rIns="49050" wrap="square" tIns="4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6">
                <a:solidFill>
                  <a:schemeClr val="dk2"/>
                </a:solidFill>
              </a:rPr>
              <a:t>Equip_Units</a:t>
            </a:r>
            <a:endParaRPr sz="966">
              <a:solidFill>
                <a:schemeClr val="dk2"/>
              </a:solidFill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5934816" y="1980418"/>
            <a:ext cx="737100" cy="194700"/>
          </a:xfrm>
          <a:prstGeom prst="rect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050" lIns="49050" spcFirstLastPara="1" rIns="49050" wrap="square" tIns="4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1"/>
          </a:p>
        </p:txBody>
      </p:sp>
      <p:sp>
        <p:nvSpPr>
          <p:cNvPr id="558" name="Google Shape;558;p27"/>
          <p:cNvSpPr txBox="1"/>
          <p:nvPr/>
        </p:nvSpPr>
        <p:spPr>
          <a:xfrm>
            <a:off x="6164508" y="2485316"/>
            <a:ext cx="318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050" lIns="49050" spcFirstLastPara="1" rIns="49050" wrap="square" tIns="4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6">
                <a:solidFill>
                  <a:schemeClr val="dk2"/>
                </a:solidFill>
              </a:rPr>
              <a:t>ISA</a:t>
            </a:r>
            <a:endParaRPr sz="966">
              <a:solidFill>
                <a:schemeClr val="dk2"/>
              </a:solidFill>
            </a:endParaRPr>
          </a:p>
        </p:txBody>
      </p:sp>
      <p:sp>
        <p:nvSpPr>
          <p:cNvPr id="559" name="Google Shape;559;p27"/>
          <p:cNvSpPr/>
          <p:nvPr/>
        </p:nvSpPr>
        <p:spPr>
          <a:xfrm>
            <a:off x="6098050" y="2387578"/>
            <a:ext cx="410400" cy="337200"/>
          </a:xfrm>
          <a:prstGeom prst="triangle">
            <a:avLst>
              <a:gd fmla="val 50000" name="adj"/>
            </a:avLst>
          </a:prstGeom>
          <a:noFill/>
          <a:ln cap="flat" cmpd="sng" w="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9050" lIns="49050" spcFirstLastPara="1" rIns="49050" wrap="square" tIns="4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1"/>
          </a:p>
        </p:txBody>
      </p:sp>
      <p:cxnSp>
        <p:nvCxnSpPr>
          <p:cNvPr id="560" name="Google Shape;560;p27"/>
          <p:cNvCxnSpPr>
            <a:stCxn id="559" idx="0"/>
            <a:endCxn id="557" idx="2"/>
          </p:cNvCxnSpPr>
          <p:nvPr/>
        </p:nvCxnSpPr>
        <p:spPr>
          <a:xfrm rot="10800000">
            <a:off x="6303250" y="2175178"/>
            <a:ext cx="0" cy="212400"/>
          </a:xfrm>
          <a:prstGeom prst="straightConnector1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27"/>
          <p:cNvCxnSpPr>
            <a:stCxn id="562" idx="3"/>
            <a:endCxn id="559" idx="2"/>
          </p:cNvCxnSpPr>
          <p:nvPr/>
        </p:nvCxnSpPr>
        <p:spPr>
          <a:xfrm flipH="1" rot="10800000">
            <a:off x="4928214" y="2724762"/>
            <a:ext cx="1169700" cy="396000"/>
          </a:xfrm>
          <a:prstGeom prst="straightConnector1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27"/>
          <p:cNvCxnSpPr>
            <a:stCxn id="564" idx="3"/>
            <a:endCxn id="559" idx="4"/>
          </p:cNvCxnSpPr>
          <p:nvPr/>
        </p:nvCxnSpPr>
        <p:spPr>
          <a:xfrm flipH="1" rot="10800000">
            <a:off x="6427265" y="2724762"/>
            <a:ext cx="81300" cy="396000"/>
          </a:xfrm>
          <a:prstGeom prst="straightConnector1">
            <a:avLst/>
          </a:prstGeom>
          <a:noFill/>
          <a:ln cap="flat" cmpd="sng" w="51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27"/>
          <p:cNvCxnSpPr>
            <a:stCxn id="557" idx="3"/>
            <a:endCxn id="554" idx="1"/>
          </p:cNvCxnSpPr>
          <p:nvPr/>
        </p:nvCxnSpPr>
        <p:spPr>
          <a:xfrm flipH="1" rot="10800000">
            <a:off x="6671916" y="2074468"/>
            <a:ext cx="232800" cy="3300"/>
          </a:xfrm>
          <a:prstGeom prst="straightConnector1">
            <a:avLst/>
          </a:prstGeom>
          <a:noFill/>
          <a:ln cap="flat" cmpd="sng" w="153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66" name="Google Shape;5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678" y="1762018"/>
            <a:ext cx="3485857" cy="270996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7"/>
          <p:cNvSpPr txBox="1"/>
          <p:nvPr/>
        </p:nvSpPr>
        <p:spPr>
          <a:xfrm>
            <a:off x="4812617" y="1552382"/>
            <a:ext cx="9867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6">
                <a:solidFill>
                  <a:schemeClr val="dk2"/>
                </a:solidFill>
              </a:rPr>
              <a:t>Laboratories</a:t>
            </a:r>
            <a:endParaRPr sz="1116">
              <a:solidFill>
                <a:schemeClr val="dk2"/>
              </a:solidFill>
            </a:endParaRPr>
          </a:p>
        </p:txBody>
      </p:sp>
      <p:sp>
        <p:nvSpPr>
          <p:cNvPr id="568" name="Google Shape;568;p27"/>
          <p:cNvSpPr/>
          <p:nvPr/>
        </p:nvSpPr>
        <p:spPr>
          <a:xfrm>
            <a:off x="4810446" y="1585822"/>
            <a:ext cx="899400" cy="233100"/>
          </a:xfrm>
          <a:prstGeom prst="rect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sp>
        <p:nvSpPr>
          <p:cNvPr id="569" name="Google Shape;569;p27"/>
          <p:cNvSpPr txBox="1"/>
          <p:nvPr/>
        </p:nvSpPr>
        <p:spPr>
          <a:xfrm>
            <a:off x="3652944" y="1563055"/>
            <a:ext cx="7425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92">
                <a:solidFill>
                  <a:schemeClr val="dk2"/>
                </a:solidFill>
              </a:rPr>
              <a:t>Attached</a:t>
            </a:r>
            <a:endParaRPr sz="992">
              <a:solidFill>
                <a:schemeClr val="dk2"/>
              </a:solidFill>
            </a:endParaRPr>
          </a:p>
        </p:txBody>
      </p:sp>
      <p:sp>
        <p:nvSpPr>
          <p:cNvPr id="570" name="Google Shape;570;p27"/>
          <p:cNvSpPr/>
          <p:nvPr/>
        </p:nvSpPr>
        <p:spPr>
          <a:xfrm>
            <a:off x="3538738" y="1505588"/>
            <a:ext cx="803700" cy="394500"/>
          </a:xfrm>
          <a:prstGeom prst="diamond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cxnSp>
        <p:nvCxnSpPr>
          <p:cNvPr id="571" name="Google Shape;571;p27"/>
          <p:cNvCxnSpPr>
            <a:stCxn id="570" idx="3"/>
            <a:endCxn id="568" idx="1"/>
          </p:cNvCxnSpPr>
          <p:nvPr/>
        </p:nvCxnSpPr>
        <p:spPr>
          <a:xfrm flipH="1" rot="10800000">
            <a:off x="4342438" y="1702238"/>
            <a:ext cx="468000" cy="600"/>
          </a:xfrm>
          <a:prstGeom prst="straightConnector1">
            <a:avLst/>
          </a:prstGeom>
          <a:noFill/>
          <a:ln cap="flat" cmpd="sng" w="177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27"/>
          <p:cNvCxnSpPr/>
          <p:nvPr/>
        </p:nvCxnSpPr>
        <p:spPr>
          <a:xfrm flipH="1" rot="10800000">
            <a:off x="2235357" y="1707583"/>
            <a:ext cx="1313100" cy="317100"/>
          </a:xfrm>
          <a:prstGeom prst="straightConnector1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27"/>
          <p:cNvSpPr txBox="1"/>
          <p:nvPr/>
        </p:nvSpPr>
        <p:spPr>
          <a:xfrm>
            <a:off x="5052316" y="2214486"/>
            <a:ext cx="4425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6">
                <a:solidFill>
                  <a:schemeClr val="dk2"/>
                </a:solidFill>
              </a:rPr>
              <a:t>Host</a:t>
            </a:r>
            <a:endParaRPr sz="1116">
              <a:solidFill>
                <a:schemeClr val="dk2"/>
              </a:solidFill>
            </a:endParaRPr>
          </a:p>
        </p:txBody>
      </p:sp>
      <p:sp>
        <p:nvSpPr>
          <p:cNvPr id="574" name="Google Shape;574;p27"/>
          <p:cNvSpPr/>
          <p:nvPr/>
        </p:nvSpPr>
        <p:spPr>
          <a:xfrm>
            <a:off x="5007663" y="2180869"/>
            <a:ext cx="504600" cy="370200"/>
          </a:xfrm>
          <a:prstGeom prst="diamond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cxnSp>
        <p:nvCxnSpPr>
          <p:cNvPr id="575" name="Google Shape;575;p27"/>
          <p:cNvCxnSpPr>
            <a:stCxn id="568" idx="2"/>
            <a:endCxn id="574" idx="0"/>
          </p:cNvCxnSpPr>
          <p:nvPr/>
        </p:nvCxnSpPr>
        <p:spPr>
          <a:xfrm flipH="1">
            <a:off x="5259846" y="1818922"/>
            <a:ext cx="300" cy="361800"/>
          </a:xfrm>
          <a:prstGeom prst="straightConnector1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27"/>
          <p:cNvSpPr txBox="1"/>
          <p:nvPr/>
        </p:nvSpPr>
        <p:spPr>
          <a:xfrm>
            <a:off x="4060867" y="2967885"/>
            <a:ext cx="8673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6">
                <a:solidFill>
                  <a:schemeClr val="dk2"/>
                </a:solidFill>
              </a:rPr>
              <a:t>Fixed_Units</a:t>
            </a:r>
            <a:endParaRPr sz="1116">
              <a:solidFill>
                <a:schemeClr val="dk2"/>
              </a:solidFill>
            </a:endParaRPr>
          </a:p>
        </p:txBody>
      </p:sp>
      <p:sp>
        <p:nvSpPr>
          <p:cNvPr id="562" name="Google Shape;562;p27"/>
          <p:cNvSpPr/>
          <p:nvPr/>
        </p:nvSpPr>
        <p:spPr>
          <a:xfrm>
            <a:off x="4066014" y="2970162"/>
            <a:ext cx="862200" cy="301200"/>
          </a:xfrm>
          <a:prstGeom prst="rect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sp>
        <p:nvSpPr>
          <p:cNvPr id="577" name="Google Shape;577;p27"/>
          <p:cNvSpPr txBox="1"/>
          <p:nvPr/>
        </p:nvSpPr>
        <p:spPr>
          <a:xfrm>
            <a:off x="5494565" y="2971615"/>
            <a:ext cx="986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6">
                <a:solidFill>
                  <a:schemeClr val="dk2"/>
                </a:solidFill>
              </a:rPr>
              <a:t>Mobile_Units</a:t>
            </a:r>
            <a:endParaRPr sz="1116">
              <a:solidFill>
                <a:schemeClr val="dk2"/>
              </a:solidFill>
            </a:endParaRPr>
          </a:p>
        </p:txBody>
      </p:sp>
      <p:sp>
        <p:nvSpPr>
          <p:cNvPr id="564" name="Google Shape;564;p27"/>
          <p:cNvSpPr/>
          <p:nvPr/>
        </p:nvSpPr>
        <p:spPr>
          <a:xfrm>
            <a:off x="5494565" y="2970162"/>
            <a:ext cx="932700" cy="301200"/>
          </a:xfrm>
          <a:prstGeom prst="rect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cxnSp>
        <p:nvCxnSpPr>
          <p:cNvPr id="578" name="Google Shape;578;p27"/>
          <p:cNvCxnSpPr/>
          <p:nvPr/>
        </p:nvCxnSpPr>
        <p:spPr>
          <a:xfrm flipH="1" rot="10800000">
            <a:off x="4708644" y="2461962"/>
            <a:ext cx="425700" cy="508200"/>
          </a:xfrm>
          <a:prstGeom prst="straightConnector1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" name="Google Shape;579;p27"/>
          <p:cNvCxnSpPr/>
          <p:nvPr/>
        </p:nvCxnSpPr>
        <p:spPr>
          <a:xfrm rot="10800000">
            <a:off x="5392866" y="2459262"/>
            <a:ext cx="402300" cy="510900"/>
          </a:xfrm>
          <a:prstGeom prst="straightConnector1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27"/>
          <p:cNvSpPr txBox="1"/>
          <p:nvPr/>
        </p:nvSpPr>
        <p:spPr>
          <a:xfrm>
            <a:off x="6300566" y="1563556"/>
            <a:ext cx="6840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68">
                <a:solidFill>
                  <a:schemeClr val="dk2"/>
                </a:solidFill>
              </a:rPr>
              <a:t>Supervises</a:t>
            </a:r>
            <a:endParaRPr sz="620">
              <a:solidFill>
                <a:schemeClr val="dk2"/>
              </a:solidFill>
            </a:endParaRPr>
          </a:p>
        </p:txBody>
      </p:sp>
      <p:sp>
        <p:nvSpPr>
          <p:cNvPr id="581" name="Google Shape;581;p27"/>
          <p:cNvSpPr/>
          <p:nvPr/>
        </p:nvSpPr>
        <p:spPr>
          <a:xfrm>
            <a:off x="6177414" y="1504926"/>
            <a:ext cx="885900" cy="394500"/>
          </a:xfrm>
          <a:prstGeom prst="diamond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cxnSp>
        <p:nvCxnSpPr>
          <p:cNvPr id="582" name="Google Shape;582;p27"/>
          <p:cNvCxnSpPr>
            <a:stCxn id="568" idx="3"/>
            <a:endCxn id="581" idx="1"/>
          </p:cNvCxnSpPr>
          <p:nvPr/>
        </p:nvCxnSpPr>
        <p:spPr>
          <a:xfrm flipH="1" rot="10800000">
            <a:off x="5709846" y="1702072"/>
            <a:ext cx="467700" cy="300"/>
          </a:xfrm>
          <a:prstGeom prst="straightConnector1">
            <a:avLst/>
          </a:prstGeom>
          <a:noFill/>
          <a:ln cap="flat" cmpd="sng" w="1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p27"/>
          <p:cNvSpPr txBox="1"/>
          <p:nvPr/>
        </p:nvSpPr>
        <p:spPr>
          <a:xfrm>
            <a:off x="7351381" y="1553835"/>
            <a:ext cx="716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56675" spcFirstLastPara="1" rIns="56675" wrap="square" tIns="56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6">
                <a:solidFill>
                  <a:schemeClr val="dk2"/>
                </a:solidFill>
              </a:rPr>
              <a:t>Faculty</a:t>
            </a:r>
            <a:endParaRPr sz="1116">
              <a:solidFill>
                <a:schemeClr val="dk2"/>
              </a:solidFill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7359149" y="1599402"/>
            <a:ext cx="557400" cy="208800"/>
          </a:xfrm>
          <a:prstGeom prst="rect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675" lIns="56675" spcFirstLastPara="1" rIns="56675" wrap="square" tIns="56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8"/>
          </a:p>
        </p:txBody>
      </p:sp>
      <p:cxnSp>
        <p:nvCxnSpPr>
          <p:cNvPr id="585" name="Google Shape;585;p27"/>
          <p:cNvCxnSpPr>
            <a:stCxn id="581" idx="3"/>
            <a:endCxn id="584" idx="1"/>
          </p:cNvCxnSpPr>
          <p:nvPr/>
        </p:nvCxnSpPr>
        <p:spPr>
          <a:xfrm>
            <a:off x="7063314" y="1702176"/>
            <a:ext cx="295800" cy="1500"/>
          </a:xfrm>
          <a:prstGeom prst="straightConnector1">
            <a:avLst/>
          </a:prstGeom>
          <a:noFill/>
          <a:ln cap="flat" cmpd="sng" w="5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27"/>
          <p:cNvSpPr txBox="1"/>
          <p:nvPr/>
        </p:nvSpPr>
        <p:spPr>
          <a:xfrm>
            <a:off x="1027904" y="1434840"/>
            <a:ext cx="16665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47450" spcFirstLastPara="1" rIns="47450" wrap="square" tIns="47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34">
                <a:solidFill>
                  <a:schemeClr val="dk2"/>
                </a:solidFill>
              </a:rPr>
              <a:t>is involved</a:t>
            </a:r>
            <a:endParaRPr sz="934">
              <a:solidFill>
                <a:schemeClr val="dk2"/>
              </a:solidFill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918032" y="1347920"/>
            <a:ext cx="879600" cy="409500"/>
          </a:xfrm>
          <a:prstGeom prst="diamond">
            <a:avLst/>
          </a:prstGeom>
          <a:noFill/>
          <a:ln cap="flat" cmpd="sng" w="4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50" lIns="47450" spcFirstLastPara="1" rIns="47450" wrap="square" tIns="4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7"/>
          </a:p>
        </p:txBody>
      </p:sp>
      <p:cxnSp>
        <p:nvCxnSpPr>
          <p:cNvPr id="588" name="Google Shape;588;p27"/>
          <p:cNvCxnSpPr>
            <a:endCxn id="587" idx="2"/>
          </p:cNvCxnSpPr>
          <p:nvPr/>
        </p:nvCxnSpPr>
        <p:spPr>
          <a:xfrm rot="10800000">
            <a:off x="1357832" y="1757420"/>
            <a:ext cx="370800" cy="267300"/>
          </a:xfrm>
          <a:prstGeom prst="straightConnector1">
            <a:avLst/>
          </a:prstGeom>
          <a:noFill/>
          <a:ln cap="flat" cmpd="sng" w="4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27"/>
          <p:cNvSpPr txBox="1"/>
          <p:nvPr/>
        </p:nvSpPr>
        <p:spPr>
          <a:xfrm>
            <a:off x="74050" y="1086548"/>
            <a:ext cx="10500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50" lIns="47450" spcFirstLastPara="1" rIns="47450" wrap="square" tIns="47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34">
                <a:solidFill>
                  <a:schemeClr val="dk2"/>
                </a:solidFill>
              </a:rPr>
              <a:t>Research Project</a:t>
            </a:r>
            <a:endParaRPr sz="934">
              <a:solidFill>
                <a:schemeClr val="dk2"/>
              </a:solidFill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74050" y="1123981"/>
            <a:ext cx="1018500" cy="180900"/>
          </a:xfrm>
          <a:prstGeom prst="rect">
            <a:avLst/>
          </a:prstGeom>
          <a:noFill/>
          <a:ln cap="flat" cmpd="sng" w="4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450" lIns="47450" spcFirstLastPara="1" rIns="47450" wrap="square" tIns="4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7"/>
          </a:p>
        </p:txBody>
      </p:sp>
      <p:cxnSp>
        <p:nvCxnSpPr>
          <p:cNvPr id="591" name="Google Shape;591;p27"/>
          <p:cNvCxnSpPr>
            <a:stCxn id="590" idx="2"/>
            <a:endCxn id="587" idx="1"/>
          </p:cNvCxnSpPr>
          <p:nvPr/>
        </p:nvCxnSpPr>
        <p:spPr>
          <a:xfrm>
            <a:off x="583300" y="1304881"/>
            <a:ext cx="334800" cy="247800"/>
          </a:xfrm>
          <a:prstGeom prst="straightConnector1">
            <a:avLst/>
          </a:prstGeom>
          <a:noFill/>
          <a:ln cap="flat" cmpd="sng" w="197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27"/>
          <p:cNvSpPr txBox="1"/>
          <p:nvPr/>
        </p:nvSpPr>
        <p:spPr>
          <a:xfrm>
            <a:off x="6953023" y="2595275"/>
            <a:ext cx="6840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700" lIns="43700" spcFirstLastPara="1" rIns="43700" wrap="square" tIns="43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61">
                <a:solidFill>
                  <a:schemeClr val="dk2"/>
                </a:solidFill>
              </a:rPr>
              <a:t>calibrating</a:t>
            </a:r>
            <a:endParaRPr sz="861">
              <a:solidFill>
                <a:schemeClr val="dk2"/>
              </a:solidFill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6851813" y="2515211"/>
            <a:ext cx="810000" cy="377400"/>
          </a:xfrm>
          <a:prstGeom prst="diamond">
            <a:avLst/>
          </a:prstGeom>
          <a:noFill/>
          <a:ln cap="flat" cmpd="sng" w="18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700" lIns="43700" spcFirstLastPara="1" rIns="43700" wrap="square" tIns="4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9"/>
          </a:p>
        </p:txBody>
      </p:sp>
      <p:cxnSp>
        <p:nvCxnSpPr>
          <p:cNvPr id="594" name="Google Shape;594;p27"/>
          <p:cNvCxnSpPr>
            <a:stCxn id="557" idx="3"/>
            <a:endCxn id="593" idx="1"/>
          </p:cNvCxnSpPr>
          <p:nvPr/>
        </p:nvCxnSpPr>
        <p:spPr>
          <a:xfrm>
            <a:off x="6671916" y="2077768"/>
            <a:ext cx="180000" cy="626100"/>
          </a:xfrm>
          <a:prstGeom prst="straightConnector1">
            <a:avLst/>
          </a:prstGeom>
          <a:noFill/>
          <a:ln cap="flat" cmpd="sng" w="45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27"/>
          <p:cNvSpPr txBox="1"/>
          <p:nvPr/>
        </p:nvSpPr>
        <p:spPr>
          <a:xfrm>
            <a:off x="7916551" y="2856501"/>
            <a:ext cx="12447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700" lIns="43700" spcFirstLastPara="1" rIns="43700" wrap="square" tIns="43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61">
                <a:solidFill>
                  <a:schemeClr val="dk2"/>
                </a:solidFill>
              </a:rPr>
              <a:t>Calibration record</a:t>
            </a:r>
            <a:endParaRPr sz="861">
              <a:solidFill>
                <a:schemeClr val="dk2"/>
              </a:solidFill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7926065" y="2888831"/>
            <a:ext cx="944100" cy="166500"/>
          </a:xfrm>
          <a:prstGeom prst="rect">
            <a:avLst/>
          </a:prstGeom>
          <a:noFill/>
          <a:ln cap="flat" cmpd="sng" w="18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700" lIns="43700" spcFirstLastPara="1" rIns="43700" wrap="square" tIns="4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9"/>
          </a:p>
        </p:txBody>
      </p:sp>
      <p:cxnSp>
        <p:nvCxnSpPr>
          <p:cNvPr id="597" name="Google Shape;597;p27"/>
          <p:cNvCxnSpPr>
            <a:stCxn id="596" idx="1"/>
            <a:endCxn id="593" idx="3"/>
          </p:cNvCxnSpPr>
          <p:nvPr/>
        </p:nvCxnSpPr>
        <p:spPr>
          <a:xfrm rot="10800000">
            <a:off x="7661765" y="2703881"/>
            <a:ext cx="264300" cy="268200"/>
          </a:xfrm>
          <a:prstGeom prst="straightConnector1">
            <a:avLst/>
          </a:prstGeom>
          <a:noFill/>
          <a:ln cap="flat" cmpd="sng" w="18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8"/>
          <p:cNvSpPr txBox="1"/>
          <p:nvPr/>
        </p:nvSpPr>
        <p:spPr>
          <a:xfrm>
            <a:off x="1295400" y="3976923"/>
            <a:ext cx="18783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74">
                <a:solidFill>
                  <a:schemeClr val="dk2"/>
                </a:solidFill>
              </a:rPr>
              <a:t>Equipment Unit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03" name="Google Shape;603;p28"/>
          <p:cNvSpPr/>
          <p:nvPr/>
        </p:nvSpPr>
        <p:spPr>
          <a:xfrm>
            <a:off x="1295400" y="4032655"/>
            <a:ext cx="1794000" cy="343500"/>
          </a:xfrm>
          <a:prstGeom prst="rect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100" lIns="90100" spcFirstLastPara="1" rIns="90100" wrap="square" tIns="9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0"/>
          </a:p>
        </p:txBody>
      </p:sp>
      <p:sp>
        <p:nvSpPr>
          <p:cNvPr id="604" name="Google Shape;604;p28"/>
          <p:cNvSpPr txBox="1"/>
          <p:nvPr/>
        </p:nvSpPr>
        <p:spPr>
          <a:xfrm>
            <a:off x="3554456" y="3132752"/>
            <a:ext cx="2833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77">
                <a:solidFill>
                  <a:schemeClr val="dk2"/>
                </a:solidFill>
              </a:rPr>
              <a:t>maintained</a:t>
            </a:r>
            <a:endParaRPr sz="1577">
              <a:solidFill>
                <a:schemeClr val="dk2"/>
              </a:solidFill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3353337" y="2956190"/>
            <a:ext cx="1669800" cy="777900"/>
          </a:xfrm>
          <a:prstGeom prst="diamond">
            <a:avLst/>
          </a:prstGeom>
          <a:noFill/>
          <a:ln cap="flat" cmpd="sng" w="3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100" lIns="90100" spcFirstLastPara="1" rIns="90100" wrap="square" tIns="9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0"/>
          </a:p>
        </p:txBody>
      </p:sp>
      <p:cxnSp>
        <p:nvCxnSpPr>
          <p:cNvPr id="606" name="Google Shape;606;p28"/>
          <p:cNvCxnSpPr>
            <a:stCxn id="603" idx="0"/>
            <a:endCxn id="605" idx="1"/>
          </p:cNvCxnSpPr>
          <p:nvPr/>
        </p:nvCxnSpPr>
        <p:spPr>
          <a:xfrm flipH="1" rot="10800000">
            <a:off x="2192400" y="3345055"/>
            <a:ext cx="1161000" cy="6876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28"/>
          <p:cNvSpPr txBox="1"/>
          <p:nvPr/>
        </p:nvSpPr>
        <p:spPr>
          <a:xfrm>
            <a:off x="6251195" y="1854743"/>
            <a:ext cx="2566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74">
                <a:solidFill>
                  <a:schemeClr val="dk2"/>
                </a:solidFill>
              </a:rPr>
              <a:t>Maintenance Operation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6270808" y="1921390"/>
            <a:ext cx="2455500" cy="343500"/>
          </a:xfrm>
          <a:prstGeom prst="rect">
            <a:avLst/>
          </a:prstGeom>
          <a:noFill/>
          <a:ln cap="flat" cmpd="sng" w="3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100" lIns="90100" spcFirstLastPara="1" rIns="90100" wrap="square" tIns="9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0"/>
          </a:p>
        </p:txBody>
      </p:sp>
      <p:sp>
        <p:nvSpPr>
          <p:cNvPr id="609" name="Google Shape;609;p28"/>
          <p:cNvSpPr txBox="1"/>
          <p:nvPr/>
        </p:nvSpPr>
        <p:spPr>
          <a:xfrm>
            <a:off x="6687548" y="1067808"/>
            <a:ext cx="1093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275" lIns="111275" spcFirstLastPara="1" rIns="111275" wrap="square" tIns="111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95">
                <a:solidFill>
                  <a:schemeClr val="dk2"/>
                </a:solidFill>
              </a:rPr>
              <a:t>maintenance</a:t>
            </a:r>
            <a:endParaRPr sz="109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95">
                <a:solidFill>
                  <a:schemeClr val="dk2"/>
                </a:solidFill>
              </a:rPr>
              <a:t>start</a:t>
            </a:r>
            <a:endParaRPr sz="1095">
              <a:solidFill>
                <a:schemeClr val="dk2"/>
              </a:solidFill>
            </a:endParaRPr>
          </a:p>
        </p:txBody>
      </p:sp>
      <p:sp>
        <p:nvSpPr>
          <p:cNvPr id="610" name="Google Shape;610;p28"/>
          <p:cNvSpPr/>
          <p:nvPr/>
        </p:nvSpPr>
        <p:spPr>
          <a:xfrm>
            <a:off x="6687548" y="1066625"/>
            <a:ext cx="1093500" cy="564300"/>
          </a:xfrm>
          <a:prstGeom prst="ellipse">
            <a:avLst/>
          </a:prstGeom>
          <a:noFill/>
          <a:ln cap="flat" cmpd="sng" w="11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275" lIns="111275" spcFirstLastPara="1" rIns="111275" wrap="square" tIns="111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4"/>
          </a:p>
        </p:txBody>
      </p:sp>
      <p:cxnSp>
        <p:nvCxnSpPr>
          <p:cNvPr id="611" name="Google Shape;611;p28"/>
          <p:cNvCxnSpPr>
            <a:stCxn id="610" idx="4"/>
          </p:cNvCxnSpPr>
          <p:nvPr/>
        </p:nvCxnSpPr>
        <p:spPr>
          <a:xfrm flipH="1">
            <a:off x="7164098" y="1630925"/>
            <a:ext cx="70200" cy="289200"/>
          </a:xfrm>
          <a:prstGeom prst="straightConnector1">
            <a:avLst/>
          </a:prstGeom>
          <a:noFill/>
          <a:ln cap="flat" cmpd="sng" w="11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28"/>
          <p:cNvCxnSpPr>
            <a:stCxn id="610" idx="2"/>
          </p:cNvCxnSpPr>
          <p:nvPr/>
        </p:nvCxnSpPr>
        <p:spPr>
          <a:xfrm>
            <a:off x="6687548" y="1348775"/>
            <a:ext cx="810000" cy="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28"/>
          <p:cNvCxnSpPr/>
          <p:nvPr/>
        </p:nvCxnSpPr>
        <p:spPr>
          <a:xfrm>
            <a:off x="6837746" y="1499026"/>
            <a:ext cx="238800" cy="8100"/>
          </a:xfrm>
          <a:prstGeom prst="straightConnector1">
            <a:avLst/>
          </a:prstGeom>
          <a:noFill/>
          <a:ln cap="flat" cmpd="sng" w="93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28"/>
          <p:cNvCxnSpPr>
            <a:stCxn id="608" idx="1"/>
            <a:endCxn id="605" idx="3"/>
          </p:cNvCxnSpPr>
          <p:nvPr/>
        </p:nvCxnSpPr>
        <p:spPr>
          <a:xfrm flipH="1">
            <a:off x="5023108" y="2093140"/>
            <a:ext cx="1247700" cy="1251900"/>
          </a:xfrm>
          <a:prstGeom prst="straightConnector1">
            <a:avLst/>
          </a:prstGeom>
          <a:noFill/>
          <a:ln cap="flat" cmpd="sng" w="375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5" name="Google Shape;615;p28"/>
          <p:cNvSpPr/>
          <p:nvPr/>
        </p:nvSpPr>
        <p:spPr>
          <a:xfrm>
            <a:off x="3245112" y="1434615"/>
            <a:ext cx="1669800" cy="777900"/>
          </a:xfrm>
          <a:prstGeom prst="diamond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100" lIns="90100" spcFirstLastPara="1" rIns="90100" wrap="square" tIns="9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0"/>
          </a:p>
        </p:txBody>
      </p:sp>
      <p:cxnSp>
        <p:nvCxnSpPr>
          <p:cNvPr id="616" name="Google Shape;616;p28"/>
          <p:cNvCxnSpPr>
            <a:endCxn id="615" idx="3"/>
          </p:cNvCxnSpPr>
          <p:nvPr/>
        </p:nvCxnSpPr>
        <p:spPr>
          <a:xfrm rot="10800000">
            <a:off x="4914912" y="1823565"/>
            <a:ext cx="1383300" cy="2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7" name="Google Shape;617;p28"/>
          <p:cNvSpPr txBox="1"/>
          <p:nvPr/>
        </p:nvSpPr>
        <p:spPr>
          <a:xfrm>
            <a:off x="3614506" y="1611177"/>
            <a:ext cx="2833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00" lIns="90100" spcFirstLastPara="1" rIns="90100" wrap="square" tIns="90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77">
                <a:solidFill>
                  <a:schemeClr val="dk2"/>
                </a:solidFill>
              </a:rPr>
              <a:t>operated</a:t>
            </a:r>
            <a:endParaRPr sz="1577">
              <a:solidFill>
                <a:schemeClr val="dk2"/>
              </a:solidFill>
            </a:endParaRPr>
          </a:p>
        </p:txBody>
      </p:sp>
      <p:sp>
        <p:nvSpPr>
          <p:cNvPr id="618" name="Google Shape;618;p28"/>
          <p:cNvSpPr/>
          <p:nvPr/>
        </p:nvSpPr>
        <p:spPr>
          <a:xfrm>
            <a:off x="941525" y="1576755"/>
            <a:ext cx="1794000" cy="343500"/>
          </a:xfrm>
          <a:prstGeom prst="rect">
            <a:avLst/>
          </a:prstGeom>
          <a:noFill/>
          <a:ln cap="flat" cmpd="sng" w="9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100" lIns="90100" spcFirstLastPara="1" rIns="90100" wrap="square" tIns="9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80"/>
              <a:t>Technical Staff</a:t>
            </a:r>
            <a:endParaRPr sz="1380"/>
          </a:p>
        </p:txBody>
      </p:sp>
      <p:cxnSp>
        <p:nvCxnSpPr>
          <p:cNvPr id="619" name="Google Shape;619;p28"/>
          <p:cNvCxnSpPr>
            <a:stCxn id="615" idx="1"/>
            <a:endCxn id="618" idx="3"/>
          </p:cNvCxnSpPr>
          <p:nvPr/>
        </p:nvCxnSpPr>
        <p:spPr>
          <a:xfrm rot="10800000">
            <a:off x="2735412" y="1748565"/>
            <a:ext cx="509700" cy="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28"/>
          <p:cNvSpPr txBox="1"/>
          <p:nvPr>
            <p:ph type="title"/>
          </p:nvPr>
        </p:nvSpPr>
        <p:spPr>
          <a:xfrm>
            <a:off x="311700" y="445025"/>
            <a:ext cx="405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/ </a:t>
            </a:r>
            <a:r>
              <a:rPr lang="fr"/>
              <a:t>Maintenance Operation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842" y="1187013"/>
            <a:ext cx="3465510" cy="2694148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9"/>
          <p:cNvSpPr txBox="1"/>
          <p:nvPr/>
        </p:nvSpPr>
        <p:spPr>
          <a:xfrm>
            <a:off x="6934781" y="3030594"/>
            <a:ext cx="712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250" lIns="50250" spcFirstLastPara="1" rIns="50250" wrap="square" tIns="50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80">
                <a:solidFill>
                  <a:schemeClr val="dk2"/>
                </a:solidFill>
              </a:rPr>
              <a:t>maintained</a:t>
            </a:r>
            <a:endParaRPr sz="880">
              <a:solidFill>
                <a:schemeClr val="dk2"/>
              </a:solidFill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6745245" y="2932127"/>
            <a:ext cx="931500" cy="434100"/>
          </a:xfrm>
          <a:prstGeom prst="diamond">
            <a:avLst/>
          </a:prstGeom>
          <a:noFill/>
          <a:ln cap="flat" cmpd="sng" w="20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250" lIns="50250" spcFirstLastPara="1" rIns="50250" wrap="square" tIns="5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/>
          </a:p>
        </p:txBody>
      </p:sp>
      <p:cxnSp>
        <p:nvCxnSpPr>
          <p:cNvPr id="628" name="Google Shape;628;p29"/>
          <p:cNvCxnSpPr>
            <a:stCxn id="629" idx="3"/>
            <a:endCxn id="627" idx="0"/>
          </p:cNvCxnSpPr>
          <p:nvPr/>
        </p:nvCxnSpPr>
        <p:spPr>
          <a:xfrm>
            <a:off x="6934877" y="1650111"/>
            <a:ext cx="276000" cy="1281900"/>
          </a:xfrm>
          <a:prstGeom prst="straightConnector1">
            <a:avLst/>
          </a:prstGeom>
          <a:noFill/>
          <a:ln cap="flat" cmpd="sng" w="52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29"/>
          <p:cNvSpPr txBox="1"/>
          <p:nvPr/>
        </p:nvSpPr>
        <p:spPr>
          <a:xfrm>
            <a:off x="6502165" y="3691464"/>
            <a:ext cx="1431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250" lIns="50250" spcFirstLastPara="1" rIns="50250" wrap="square" tIns="50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90">
                <a:solidFill>
                  <a:schemeClr val="dk2"/>
                </a:solidFill>
              </a:rPr>
              <a:t>Maintenance Operation</a:t>
            </a:r>
            <a:endParaRPr sz="990">
              <a:solidFill>
                <a:schemeClr val="dk2"/>
              </a:solidFill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6513106" y="3728645"/>
            <a:ext cx="1369800" cy="191400"/>
          </a:xfrm>
          <a:prstGeom prst="rect">
            <a:avLst/>
          </a:prstGeom>
          <a:noFill/>
          <a:ln cap="flat" cmpd="sng" w="20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250" lIns="50250" spcFirstLastPara="1" rIns="50250" wrap="square" tIns="5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/>
          </a:p>
        </p:txBody>
      </p:sp>
      <p:cxnSp>
        <p:nvCxnSpPr>
          <p:cNvPr id="632" name="Google Shape;632;p29"/>
          <p:cNvCxnSpPr>
            <a:stCxn id="631" idx="0"/>
            <a:endCxn id="627" idx="2"/>
          </p:cNvCxnSpPr>
          <p:nvPr/>
        </p:nvCxnSpPr>
        <p:spPr>
          <a:xfrm flipH="1" rot="10800000">
            <a:off x="7198006" y="3366245"/>
            <a:ext cx="12900" cy="362400"/>
          </a:xfrm>
          <a:prstGeom prst="straightConnector1">
            <a:avLst/>
          </a:prstGeom>
          <a:noFill/>
          <a:ln cap="flat" cmpd="sng" w="209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3" name="Google Shape;633;p29"/>
          <p:cNvSpPr/>
          <p:nvPr/>
        </p:nvSpPr>
        <p:spPr>
          <a:xfrm>
            <a:off x="5102995" y="3602445"/>
            <a:ext cx="931500" cy="434100"/>
          </a:xfrm>
          <a:prstGeom prst="diamond">
            <a:avLst/>
          </a:prstGeom>
          <a:noFill/>
          <a:ln cap="flat" cmpd="sng" w="5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250" lIns="50250" spcFirstLastPara="1" rIns="50250" wrap="square" tIns="5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/>
          </a:p>
        </p:txBody>
      </p:sp>
      <p:cxnSp>
        <p:nvCxnSpPr>
          <p:cNvPr id="634" name="Google Shape;634;p29"/>
          <p:cNvCxnSpPr>
            <a:endCxn id="633" idx="3"/>
          </p:cNvCxnSpPr>
          <p:nvPr/>
        </p:nvCxnSpPr>
        <p:spPr>
          <a:xfrm rot="10800000">
            <a:off x="6034495" y="3819495"/>
            <a:ext cx="467700" cy="16800"/>
          </a:xfrm>
          <a:prstGeom prst="straightConnector1">
            <a:avLst/>
          </a:prstGeom>
          <a:noFill/>
          <a:ln cap="flat" cmpd="sng" w="53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5" name="Google Shape;635;p29"/>
          <p:cNvSpPr txBox="1"/>
          <p:nvPr/>
        </p:nvSpPr>
        <p:spPr>
          <a:xfrm>
            <a:off x="5309073" y="3700933"/>
            <a:ext cx="554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250" lIns="50250" spcFirstLastPara="1" rIns="50250" wrap="square" tIns="50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80">
                <a:solidFill>
                  <a:schemeClr val="dk2"/>
                </a:solidFill>
              </a:rPr>
              <a:t>operated</a:t>
            </a:r>
            <a:endParaRPr sz="880">
              <a:solidFill>
                <a:schemeClr val="dk2"/>
              </a:solidFill>
            </a:endParaRPr>
          </a:p>
        </p:txBody>
      </p:sp>
      <p:cxnSp>
        <p:nvCxnSpPr>
          <p:cNvPr id="636" name="Google Shape;636;p29"/>
          <p:cNvCxnSpPr>
            <a:stCxn id="633" idx="1"/>
          </p:cNvCxnSpPr>
          <p:nvPr/>
        </p:nvCxnSpPr>
        <p:spPr>
          <a:xfrm rot="10800000">
            <a:off x="4350595" y="3651795"/>
            <a:ext cx="752400" cy="167700"/>
          </a:xfrm>
          <a:prstGeom prst="straightConnector1">
            <a:avLst/>
          </a:prstGeom>
          <a:noFill/>
          <a:ln cap="flat" cmpd="sng" w="53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29"/>
          <p:cNvSpPr txBox="1"/>
          <p:nvPr/>
        </p:nvSpPr>
        <p:spPr>
          <a:xfrm>
            <a:off x="8267551" y="1526974"/>
            <a:ext cx="84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75" lIns="48775" spcFirstLastPara="1" rIns="48775" wrap="square" tIns="4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0">
                <a:solidFill>
                  <a:schemeClr val="dk2"/>
                </a:solidFill>
              </a:rPr>
              <a:t>Equip_Model</a:t>
            </a:r>
            <a:endParaRPr sz="960">
              <a:solidFill>
                <a:schemeClr val="dk2"/>
              </a:solidFill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8283662" y="1570294"/>
            <a:ext cx="775500" cy="193500"/>
          </a:xfrm>
          <a:prstGeom prst="rect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775" lIns="48775" spcFirstLastPara="1" rIns="48775" wrap="square" tIns="48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7"/>
          </a:p>
        </p:txBody>
      </p:sp>
      <p:sp>
        <p:nvSpPr>
          <p:cNvPr id="639" name="Google Shape;639;p29"/>
          <p:cNvSpPr txBox="1"/>
          <p:nvPr/>
        </p:nvSpPr>
        <p:spPr>
          <a:xfrm>
            <a:off x="7228181" y="1513306"/>
            <a:ext cx="81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75" lIns="48775" spcFirstLastPara="1" rIns="48775" wrap="square" tIns="4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0">
                <a:solidFill>
                  <a:schemeClr val="dk2"/>
                </a:solidFill>
              </a:rPr>
              <a:t>Corresponds</a:t>
            </a:r>
            <a:endParaRPr sz="960">
              <a:solidFill>
                <a:schemeClr val="dk2"/>
              </a:solidFill>
            </a:endParaRPr>
          </a:p>
        </p:txBody>
      </p:sp>
      <p:sp>
        <p:nvSpPr>
          <p:cNvPr id="640" name="Google Shape;640;p29"/>
          <p:cNvSpPr/>
          <p:nvPr/>
        </p:nvSpPr>
        <p:spPr>
          <a:xfrm>
            <a:off x="7166218" y="1427249"/>
            <a:ext cx="903900" cy="438900"/>
          </a:xfrm>
          <a:prstGeom prst="diamond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775" lIns="48775" spcFirstLastPara="1" rIns="48775" wrap="square" tIns="48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7"/>
          </a:p>
        </p:txBody>
      </p:sp>
      <p:cxnSp>
        <p:nvCxnSpPr>
          <p:cNvPr id="641" name="Google Shape;641;p29"/>
          <p:cNvCxnSpPr>
            <a:stCxn id="638" idx="1"/>
            <a:endCxn id="640" idx="3"/>
          </p:cNvCxnSpPr>
          <p:nvPr/>
        </p:nvCxnSpPr>
        <p:spPr>
          <a:xfrm rot="10800000">
            <a:off x="8070062" y="1646644"/>
            <a:ext cx="213600" cy="20400"/>
          </a:xfrm>
          <a:prstGeom prst="straightConnector1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29"/>
          <p:cNvSpPr txBox="1"/>
          <p:nvPr/>
        </p:nvSpPr>
        <p:spPr>
          <a:xfrm>
            <a:off x="6193428" y="1513291"/>
            <a:ext cx="77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75" lIns="48775" spcFirstLastPara="1" rIns="48775" wrap="square" tIns="4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0">
                <a:solidFill>
                  <a:schemeClr val="dk2"/>
                </a:solidFill>
              </a:rPr>
              <a:t>Equip_Units</a:t>
            </a:r>
            <a:endParaRPr sz="960">
              <a:solidFill>
                <a:schemeClr val="dk2"/>
              </a:solidFill>
            </a:endParaRPr>
          </a:p>
        </p:txBody>
      </p:sp>
      <p:sp>
        <p:nvSpPr>
          <p:cNvPr id="629" name="Google Shape;629;p29"/>
          <p:cNvSpPr/>
          <p:nvPr/>
        </p:nvSpPr>
        <p:spPr>
          <a:xfrm>
            <a:off x="6201977" y="1553361"/>
            <a:ext cx="732900" cy="193500"/>
          </a:xfrm>
          <a:prstGeom prst="rect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775" lIns="48775" spcFirstLastPara="1" rIns="48775" wrap="square" tIns="48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7"/>
          </a:p>
        </p:txBody>
      </p:sp>
      <p:sp>
        <p:nvSpPr>
          <p:cNvPr id="643" name="Google Shape;643;p29"/>
          <p:cNvSpPr txBox="1"/>
          <p:nvPr/>
        </p:nvSpPr>
        <p:spPr>
          <a:xfrm>
            <a:off x="6430329" y="2055312"/>
            <a:ext cx="31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75" lIns="48775" spcFirstLastPara="1" rIns="48775" wrap="square" tIns="48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60">
                <a:solidFill>
                  <a:schemeClr val="dk2"/>
                </a:solidFill>
              </a:rPr>
              <a:t>ISA</a:t>
            </a:r>
            <a:endParaRPr sz="960">
              <a:solidFill>
                <a:schemeClr val="dk2"/>
              </a:solidFill>
            </a:endParaRPr>
          </a:p>
        </p:txBody>
      </p:sp>
      <p:sp>
        <p:nvSpPr>
          <p:cNvPr id="644" name="Google Shape;644;p29"/>
          <p:cNvSpPr/>
          <p:nvPr/>
        </p:nvSpPr>
        <p:spPr>
          <a:xfrm>
            <a:off x="6364258" y="1958144"/>
            <a:ext cx="408000" cy="335100"/>
          </a:xfrm>
          <a:prstGeom prst="triangle">
            <a:avLst>
              <a:gd fmla="val 50000" name="adj"/>
            </a:avLst>
          </a:prstGeom>
          <a:noFill/>
          <a:ln cap="flat" cmpd="sng" w="5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775" lIns="48775" spcFirstLastPara="1" rIns="48775" wrap="square" tIns="48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7"/>
          </a:p>
        </p:txBody>
      </p:sp>
      <p:cxnSp>
        <p:nvCxnSpPr>
          <p:cNvPr id="645" name="Google Shape;645;p29"/>
          <p:cNvCxnSpPr>
            <a:stCxn id="644" idx="0"/>
            <a:endCxn id="629" idx="2"/>
          </p:cNvCxnSpPr>
          <p:nvPr/>
        </p:nvCxnSpPr>
        <p:spPr>
          <a:xfrm flipH="1" rot="10800000">
            <a:off x="6568258" y="1746944"/>
            <a:ext cx="300" cy="211200"/>
          </a:xfrm>
          <a:prstGeom prst="straightConnector1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29"/>
          <p:cNvCxnSpPr>
            <a:stCxn id="647" idx="3"/>
            <a:endCxn id="644" idx="2"/>
          </p:cNvCxnSpPr>
          <p:nvPr/>
        </p:nvCxnSpPr>
        <p:spPr>
          <a:xfrm flipH="1" rot="10800000">
            <a:off x="5663134" y="2293377"/>
            <a:ext cx="701100" cy="385200"/>
          </a:xfrm>
          <a:prstGeom prst="straightConnector1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29"/>
          <p:cNvCxnSpPr>
            <a:stCxn id="649" idx="3"/>
            <a:endCxn id="644" idx="4"/>
          </p:cNvCxnSpPr>
          <p:nvPr/>
        </p:nvCxnSpPr>
        <p:spPr>
          <a:xfrm flipH="1" rot="10800000">
            <a:off x="6691596" y="2293128"/>
            <a:ext cx="80700" cy="393900"/>
          </a:xfrm>
          <a:prstGeom prst="straightConnector1">
            <a:avLst/>
          </a:prstGeom>
          <a:noFill/>
          <a:ln cap="flat" cmpd="sng" w="5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29"/>
          <p:cNvCxnSpPr>
            <a:stCxn id="629" idx="3"/>
            <a:endCxn id="640" idx="1"/>
          </p:cNvCxnSpPr>
          <p:nvPr/>
        </p:nvCxnSpPr>
        <p:spPr>
          <a:xfrm flipH="1" rot="10800000">
            <a:off x="6934877" y="1646811"/>
            <a:ext cx="231300" cy="3300"/>
          </a:xfrm>
          <a:prstGeom prst="straightConnector1">
            <a:avLst/>
          </a:prstGeom>
          <a:noFill/>
          <a:ln cap="flat" cmpd="sng" w="15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1" name="Google Shape;651;p29"/>
          <p:cNvSpPr txBox="1"/>
          <p:nvPr/>
        </p:nvSpPr>
        <p:spPr>
          <a:xfrm>
            <a:off x="4727982" y="1337369"/>
            <a:ext cx="9810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0">
                <a:solidFill>
                  <a:schemeClr val="dk2"/>
                </a:solidFill>
              </a:rPr>
              <a:t>Laboratories</a:t>
            </a:r>
            <a:endParaRPr sz="1110">
              <a:solidFill>
                <a:schemeClr val="dk2"/>
              </a:solidFill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4729465" y="1366016"/>
            <a:ext cx="894300" cy="231600"/>
          </a:xfrm>
          <a:prstGeom prst="rect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sp>
        <p:nvSpPr>
          <p:cNvPr id="653" name="Google Shape;653;p29"/>
          <p:cNvSpPr txBox="1"/>
          <p:nvPr/>
        </p:nvSpPr>
        <p:spPr>
          <a:xfrm>
            <a:off x="3301112" y="967365"/>
            <a:ext cx="7383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87">
                <a:solidFill>
                  <a:schemeClr val="dk2"/>
                </a:solidFill>
              </a:rPr>
              <a:t>Attached</a:t>
            </a:r>
            <a:endParaRPr sz="987">
              <a:solidFill>
                <a:schemeClr val="dk2"/>
              </a:solidFill>
            </a:endParaRPr>
          </a:p>
        </p:txBody>
      </p:sp>
      <p:sp>
        <p:nvSpPr>
          <p:cNvPr id="654" name="Google Shape;654;p29"/>
          <p:cNvSpPr/>
          <p:nvPr/>
        </p:nvSpPr>
        <p:spPr>
          <a:xfrm>
            <a:off x="3194892" y="904119"/>
            <a:ext cx="798900" cy="392100"/>
          </a:xfrm>
          <a:prstGeom prst="diamond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cxnSp>
        <p:nvCxnSpPr>
          <p:cNvPr id="655" name="Google Shape;655;p29"/>
          <p:cNvCxnSpPr>
            <a:stCxn id="654" idx="3"/>
            <a:endCxn id="652" idx="1"/>
          </p:cNvCxnSpPr>
          <p:nvPr/>
        </p:nvCxnSpPr>
        <p:spPr>
          <a:xfrm>
            <a:off x="3993792" y="1100169"/>
            <a:ext cx="735600" cy="3816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29"/>
          <p:cNvCxnSpPr>
            <a:endCxn id="654" idx="1"/>
          </p:cNvCxnSpPr>
          <p:nvPr/>
        </p:nvCxnSpPr>
        <p:spPr>
          <a:xfrm flipH="1" rot="10800000">
            <a:off x="2215092" y="1100169"/>
            <a:ext cx="979800" cy="372600"/>
          </a:xfrm>
          <a:prstGeom prst="straightConnector1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29"/>
          <p:cNvSpPr txBox="1"/>
          <p:nvPr/>
        </p:nvSpPr>
        <p:spPr>
          <a:xfrm>
            <a:off x="5324628" y="1786064"/>
            <a:ext cx="439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0">
                <a:solidFill>
                  <a:schemeClr val="dk2"/>
                </a:solidFill>
              </a:rPr>
              <a:t>Host</a:t>
            </a:r>
            <a:endParaRPr sz="1110">
              <a:solidFill>
                <a:schemeClr val="dk2"/>
              </a:solidFill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5280236" y="1752642"/>
            <a:ext cx="501600" cy="368100"/>
          </a:xfrm>
          <a:prstGeom prst="diamond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cxnSp>
        <p:nvCxnSpPr>
          <p:cNvPr id="659" name="Google Shape;659;p29"/>
          <p:cNvCxnSpPr>
            <a:stCxn id="652" idx="2"/>
            <a:endCxn id="658" idx="0"/>
          </p:cNvCxnSpPr>
          <p:nvPr/>
        </p:nvCxnSpPr>
        <p:spPr>
          <a:xfrm>
            <a:off x="5176615" y="1597616"/>
            <a:ext cx="354300" cy="155100"/>
          </a:xfrm>
          <a:prstGeom prst="straightConnector1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29"/>
          <p:cNvSpPr txBox="1"/>
          <p:nvPr/>
        </p:nvSpPr>
        <p:spPr>
          <a:xfrm>
            <a:off x="4800916" y="2526614"/>
            <a:ext cx="86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0">
                <a:solidFill>
                  <a:schemeClr val="dk2"/>
                </a:solidFill>
              </a:rPr>
              <a:t>Fixed_Units</a:t>
            </a:r>
            <a:endParaRPr sz="1110">
              <a:solidFill>
                <a:schemeClr val="dk2"/>
              </a:solidFill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4806034" y="2528877"/>
            <a:ext cx="857100" cy="299400"/>
          </a:xfrm>
          <a:prstGeom prst="rect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sp>
        <p:nvSpPr>
          <p:cNvPr id="661" name="Google Shape;661;p29"/>
          <p:cNvSpPr txBox="1"/>
          <p:nvPr/>
        </p:nvSpPr>
        <p:spPr>
          <a:xfrm>
            <a:off x="5764296" y="2538772"/>
            <a:ext cx="981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0">
                <a:solidFill>
                  <a:schemeClr val="dk2"/>
                </a:solidFill>
              </a:rPr>
              <a:t>Mobile_Units</a:t>
            </a:r>
            <a:endParaRPr sz="1110">
              <a:solidFill>
                <a:schemeClr val="dk2"/>
              </a:solidFill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5764296" y="2537328"/>
            <a:ext cx="927300" cy="299400"/>
          </a:xfrm>
          <a:prstGeom prst="rect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cxnSp>
        <p:nvCxnSpPr>
          <p:cNvPr id="662" name="Google Shape;662;p29"/>
          <p:cNvCxnSpPr/>
          <p:nvPr/>
        </p:nvCxnSpPr>
        <p:spPr>
          <a:xfrm flipH="1" rot="10800000">
            <a:off x="4982962" y="2032128"/>
            <a:ext cx="423300" cy="505200"/>
          </a:xfrm>
          <a:prstGeom prst="straightConnector1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3" name="Google Shape;663;p29"/>
          <p:cNvCxnSpPr/>
          <p:nvPr/>
        </p:nvCxnSpPr>
        <p:spPr>
          <a:xfrm rot="10800000">
            <a:off x="5663243" y="2029428"/>
            <a:ext cx="399900" cy="507900"/>
          </a:xfrm>
          <a:prstGeom prst="straightConnector1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29"/>
          <p:cNvSpPr txBox="1"/>
          <p:nvPr/>
        </p:nvSpPr>
        <p:spPr>
          <a:xfrm>
            <a:off x="6565592" y="1138933"/>
            <a:ext cx="6801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63">
                <a:solidFill>
                  <a:schemeClr val="dk2"/>
                </a:solidFill>
              </a:rPr>
              <a:t>Supervises</a:t>
            </a:r>
            <a:endParaRPr sz="617">
              <a:solidFill>
                <a:schemeClr val="dk2"/>
              </a:solidFill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6443159" y="1080646"/>
            <a:ext cx="880800" cy="392100"/>
          </a:xfrm>
          <a:prstGeom prst="diamond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cxnSp>
        <p:nvCxnSpPr>
          <p:cNvPr id="666" name="Google Shape;666;p29"/>
          <p:cNvCxnSpPr>
            <a:stCxn id="652" idx="3"/>
            <a:endCxn id="665" idx="1"/>
          </p:cNvCxnSpPr>
          <p:nvPr/>
        </p:nvCxnSpPr>
        <p:spPr>
          <a:xfrm flipH="1" rot="10800000">
            <a:off x="5623765" y="1276616"/>
            <a:ext cx="819300" cy="2052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7" name="Google Shape;667;p29"/>
          <p:cNvSpPr txBox="1"/>
          <p:nvPr/>
        </p:nvSpPr>
        <p:spPr>
          <a:xfrm>
            <a:off x="7610274" y="1129269"/>
            <a:ext cx="71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6350" lIns="56350" spcFirstLastPara="1" rIns="56350" wrap="square" tIns="56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10">
                <a:solidFill>
                  <a:schemeClr val="dk2"/>
                </a:solidFill>
              </a:rPr>
              <a:t>Faculty</a:t>
            </a:r>
            <a:endParaRPr sz="1110">
              <a:solidFill>
                <a:schemeClr val="dk2"/>
              </a:solidFill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7617996" y="1174570"/>
            <a:ext cx="554100" cy="207600"/>
          </a:xfrm>
          <a:prstGeom prst="rect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50" lIns="56350" spcFirstLastPara="1" rIns="56350" wrap="square" tIns="5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3"/>
          </a:p>
        </p:txBody>
      </p:sp>
      <p:cxnSp>
        <p:nvCxnSpPr>
          <p:cNvPr id="669" name="Google Shape;669;p29"/>
          <p:cNvCxnSpPr>
            <a:stCxn id="665" idx="3"/>
            <a:endCxn id="668" idx="1"/>
          </p:cNvCxnSpPr>
          <p:nvPr/>
        </p:nvCxnSpPr>
        <p:spPr>
          <a:xfrm>
            <a:off x="7323959" y="1276696"/>
            <a:ext cx="294000" cy="1800"/>
          </a:xfrm>
          <a:prstGeom prst="straightConnector1">
            <a:avLst/>
          </a:prstGeom>
          <a:noFill/>
          <a:ln cap="flat" cmpd="sng" w="59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29"/>
          <p:cNvSpPr txBox="1"/>
          <p:nvPr/>
        </p:nvSpPr>
        <p:spPr>
          <a:xfrm>
            <a:off x="761606" y="1095321"/>
            <a:ext cx="73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75" lIns="47175" spcFirstLastPara="1" rIns="47175" wrap="square" tIns="4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29">
                <a:solidFill>
                  <a:schemeClr val="dk2"/>
                </a:solidFill>
              </a:rPr>
              <a:t>is involved</a:t>
            </a:r>
            <a:endParaRPr sz="929">
              <a:solidFill>
                <a:schemeClr val="dk2"/>
              </a:solidFill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623323" y="1019412"/>
            <a:ext cx="874500" cy="407100"/>
          </a:xfrm>
          <a:prstGeom prst="diamond">
            <a:avLst/>
          </a:prstGeom>
          <a:noFill/>
          <a:ln cap="flat" cmpd="sng" w="4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75" lIns="47175" spcFirstLastPara="1" rIns="47175" wrap="square" tIns="4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2"/>
          </a:p>
        </p:txBody>
      </p:sp>
      <p:cxnSp>
        <p:nvCxnSpPr>
          <p:cNvPr id="672" name="Google Shape;672;p29"/>
          <p:cNvCxnSpPr>
            <a:endCxn id="671" idx="3"/>
          </p:cNvCxnSpPr>
          <p:nvPr/>
        </p:nvCxnSpPr>
        <p:spPr>
          <a:xfrm rot="10800000">
            <a:off x="1497823" y="1222962"/>
            <a:ext cx="187200" cy="228300"/>
          </a:xfrm>
          <a:prstGeom prst="straightConnector1">
            <a:avLst/>
          </a:prstGeom>
          <a:noFill/>
          <a:ln cap="flat" cmpd="sng" w="4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29"/>
          <p:cNvSpPr txBox="1"/>
          <p:nvPr/>
        </p:nvSpPr>
        <p:spPr>
          <a:xfrm>
            <a:off x="0" y="664710"/>
            <a:ext cx="1044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75" lIns="47175" spcFirstLastPara="1" rIns="47175" wrap="square" tIns="4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29">
                <a:solidFill>
                  <a:schemeClr val="dk2"/>
                </a:solidFill>
              </a:rPr>
              <a:t>Research Project</a:t>
            </a:r>
            <a:endParaRPr sz="929">
              <a:solidFill>
                <a:schemeClr val="dk2"/>
              </a:solidFill>
            </a:endParaRPr>
          </a:p>
        </p:txBody>
      </p:sp>
      <p:sp>
        <p:nvSpPr>
          <p:cNvPr id="674" name="Google Shape;674;p29"/>
          <p:cNvSpPr/>
          <p:nvPr/>
        </p:nvSpPr>
        <p:spPr>
          <a:xfrm>
            <a:off x="0" y="701925"/>
            <a:ext cx="1012500" cy="179700"/>
          </a:xfrm>
          <a:prstGeom prst="rect">
            <a:avLst/>
          </a:prstGeom>
          <a:noFill/>
          <a:ln cap="flat" cmpd="sng" w="4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75" lIns="47175" spcFirstLastPara="1" rIns="47175" wrap="square" tIns="4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2"/>
          </a:p>
        </p:txBody>
      </p:sp>
      <p:cxnSp>
        <p:nvCxnSpPr>
          <p:cNvPr id="675" name="Google Shape;675;p29"/>
          <p:cNvCxnSpPr>
            <a:stCxn id="674" idx="2"/>
            <a:endCxn id="671" idx="1"/>
          </p:cNvCxnSpPr>
          <p:nvPr/>
        </p:nvCxnSpPr>
        <p:spPr>
          <a:xfrm>
            <a:off x="506250" y="881625"/>
            <a:ext cx="117000" cy="341400"/>
          </a:xfrm>
          <a:prstGeom prst="straightConnector1">
            <a:avLst/>
          </a:prstGeom>
          <a:noFill/>
          <a:ln cap="flat" cmpd="sng" w="19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" name="Google Shape;676;p29"/>
          <p:cNvSpPr txBox="1"/>
          <p:nvPr/>
        </p:nvSpPr>
        <p:spPr>
          <a:xfrm>
            <a:off x="7214240" y="2164631"/>
            <a:ext cx="152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50" lIns="43450" spcFirstLastPara="1" rIns="43450" wrap="square" tIns="43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56">
                <a:solidFill>
                  <a:schemeClr val="dk2"/>
                </a:solidFill>
              </a:rPr>
              <a:t>calibrating</a:t>
            </a:r>
            <a:endParaRPr sz="856">
              <a:solidFill>
                <a:schemeClr val="dk2"/>
              </a:solidFill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7113622" y="2085033"/>
            <a:ext cx="805200" cy="375300"/>
          </a:xfrm>
          <a:prstGeom prst="diamond">
            <a:avLst/>
          </a:prstGeom>
          <a:noFill/>
          <a:ln cap="flat" cmpd="sng" w="1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5"/>
          </a:p>
        </p:txBody>
      </p:sp>
      <p:cxnSp>
        <p:nvCxnSpPr>
          <p:cNvPr id="678" name="Google Shape;678;p29"/>
          <p:cNvCxnSpPr>
            <a:stCxn id="629" idx="3"/>
            <a:endCxn id="677" idx="1"/>
          </p:cNvCxnSpPr>
          <p:nvPr/>
        </p:nvCxnSpPr>
        <p:spPr>
          <a:xfrm>
            <a:off x="6934877" y="1650111"/>
            <a:ext cx="178800" cy="622500"/>
          </a:xfrm>
          <a:prstGeom prst="straightConnector1">
            <a:avLst/>
          </a:prstGeom>
          <a:noFill/>
          <a:ln cap="flat" cmpd="sng" w="4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9" name="Google Shape;679;p29"/>
          <p:cNvSpPr txBox="1"/>
          <p:nvPr/>
        </p:nvSpPr>
        <p:spPr>
          <a:xfrm>
            <a:off x="8172145" y="2424330"/>
            <a:ext cx="123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50" lIns="43450" spcFirstLastPara="1" rIns="43450" wrap="square" tIns="43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56">
                <a:solidFill>
                  <a:schemeClr val="dk2"/>
                </a:solidFill>
              </a:rPr>
              <a:t>Calibration record</a:t>
            </a:r>
            <a:endParaRPr sz="856">
              <a:solidFill>
                <a:schemeClr val="dk2"/>
              </a:solidFill>
            </a:endParaRPr>
          </a:p>
        </p:txBody>
      </p:sp>
      <p:sp>
        <p:nvSpPr>
          <p:cNvPr id="680" name="Google Shape;680;p29"/>
          <p:cNvSpPr/>
          <p:nvPr/>
        </p:nvSpPr>
        <p:spPr>
          <a:xfrm>
            <a:off x="8181603" y="2456471"/>
            <a:ext cx="938700" cy="165600"/>
          </a:xfrm>
          <a:prstGeom prst="rect">
            <a:avLst/>
          </a:prstGeom>
          <a:noFill/>
          <a:ln cap="flat" cmpd="sng" w="1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5"/>
          </a:p>
        </p:txBody>
      </p:sp>
      <p:cxnSp>
        <p:nvCxnSpPr>
          <p:cNvPr id="681" name="Google Shape;681;p29"/>
          <p:cNvCxnSpPr>
            <a:stCxn id="680" idx="1"/>
            <a:endCxn id="677" idx="3"/>
          </p:cNvCxnSpPr>
          <p:nvPr/>
        </p:nvCxnSpPr>
        <p:spPr>
          <a:xfrm rot="10800000">
            <a:off x="7918803" y="2272571"/>
            <a:ext cx="262800" cy="266700"/>
          </a:xfrm>
          <a:prstGeom prst="straightConnector1">
            <a:avLst/>
          </a:prstGeom>
          <a:noFill/>
          <a:ln cap="flat" cmpd="sng" w="1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2" name="Google Shape;682;p29"/>
          <p:cNvSpPr/>
          <p:nvPr/>
        </p:nvSpPr>
        <p:spPr>
          <a:xfrm>
            <a:off x="2105090" y="1019401"/>
            <a:ext cx="262800" cy="161700"/>
          </a:xfrm>
          <a:prstGeom prst="ellipse">
            <a:avLst/>
          </a:prstGeom>
          <a:solidFill>
            <a:schemeClr val="lt2"/>
          </a:solidFill>
          <a:ln cap="flat" cmpd="sng" w="9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5"/>
          </a:p>
        </p:txBody>
      </p:sp>
      <p:sp>
        <p:nvSpPr>
          <p:cNvPr id="683" name="Google Shape;683;p29"/>
          <p:cNvSpPr txBox="1"/>
          <p:nvPr/>
        </p:nvSpPr>
        <p:spPr>
          <a:xfrm>
            <a:off x="2061086" y="970193"/>
            <a:ext cx="3507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0900" lIns="90900" spcFirstLastPara="1" rIns="90900" wrap="square" tIns="90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97" u="sng">
                <a:solidFill>
                  <a:schemeClr val="dk2"/>
                </a:solidFill>
              </a:rPr>
              <a:t>int_id</a:t>
            </a:r>
            <a:endParaRPr sz="497" u="sng">
              <a:solidFill>
                <a:schemeClr val="dk2"/>
              </a:solidFill>
            </a:endParaRPr>
          </a:p>
        </p:txBody>
      </p:sp>
      <p:cxnSp>
        <p:nvCxnSpPr>
          <p:cNvPr id="684" name="Google Shape;684;p29"/>
          <p:cNvCxnSpPr>
            <a:stCxn id="683" idx="2"/>
          </p:cNvCxnSpPr>
          <p:nvPr/>
        </p:nvCxnSpPr>
        <p:spPr>
          <a:xfrm>
            <a:off x="2236436" y="1230293"/>
            <a:ext cx="0" cy="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29"/>
          <p:cNvCxnSpPr/>
          <p:nvPr/>
        </p:nvCxnSpPr>
        <p:spPr>
          <a:xfrm flipH="1">
            <a:off x="1968191" y="1189505"/>
            <a:ext cx="268800" cy="1380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29"/>
          <p:cNvSpPr txBox="1"/>
          <p:nvPr/>
        </p:nvSpPr>
        <p:spPr>
          <a:xfrm>
            <a:off x="4928565" y="1133047"/>
            <a:ext cx="350700" cy="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3350" lIns="53350" spcFirstLastPara="1" rIns="53350" wrap="square" tIns="53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25" u="sng">
                <a:solidFill>
                  <a:schemeClr val="dk2"/>
                </a:solidFill>
              </a:rPr>
              <a:t>lab_id</a:t>
            </a:r>
            <a:endParaRPr sz="525" u="sng">
              <a:solidFill>
                <a:schemeClr val="dk2"/>
              </a:solidFill>
            </a:endParaRPr>
          </a:p>
        </p:txBody>
      </p:sp>
      <p:sp>
        <p:nvSpPr>
          <p:cNvPr id="687" name="Google Shape;687;p29"/>
          <p:cNvSpPr/>
          <p:nvPr/>
        </p:nvSpPr>
        <p:spPr>
          <a:xfrm>
            <a:off x="4960040" y="1191732"/>
            <a:ext cx="213600" cy="98100"/>
          </a:xfrm>
          <a:prstGeom prst="ellipse">
            <a:avLst/>
          </a:prstGeom>
          <a:noFill/>
          <a:ln cap="flat" cmpd="sng" w="5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50" lIns="53350" spcFirstLastPara="1" rIns="53350" wrap="square" tIns="5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7"/>
          </a:p>
        </p:txBody>
      </p:sp>
      <p:cxnSp>
        <p:nvCxnSpPr>
          <p:cNvPr id="688" name="Google Shape;688;p29"/>
          <p:cNvCxnSpPr>
            <a:stCxn id="687" idx="4"/>
            <a:endCxn id="652" idx="0"/>
          </p:cNvCxnSpPr>
          <p:nvPr/>
        </p:nvCxnSpPr>
        <p:spPr>
          <a:xfrm>
            <a:off x="5066840" y="1289832"/>
            <a:ext cx="109800" cy="76200"/>
          </a:xfrm>
          <a:prstGeom prst="straightConnector1">
            <a:avLst/>
          </a:prstGeom>
          <a:noFill/>
          <a:ln cap="flat" cmpd="sng" w="5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29"/>
          <p:cNvSpPr txBox="1"/>
          <p:nvPr/>
        </p:nvSpPr>
        <p:spPr>
          <a:xfrm>
            <a:off x="5866531" y="1866293"/>
            <a:ext cx="6171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70400" lIns="70400" spcFirstLastPara="1" rIns="70400" wrap="square" tIns="70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93" u="sng">
                <a:solidFill>
                  <a:schemeClr val="dk2"/>
                </a:solidFill>
              </a:rPr>
              <a:t>serial_num</a:t>
            </a:r>
            <a:endParaRPr sz="693" u="sng">
              <a:solidFill>
                <a:schemeClr val="dk2"/>
              </a:solidFill>
            </a:endParaRPr>
          </a:p>
        </p:txBody>
      </p:sp>
      <p:sp>
        <p:nvSpPr>
          <p:cNvPr id="690" name="Google Shape;690;p29"/>
          <p:cNvSpPr/>
          <p:nvPr/>
        </p:nvSpPr>
        <p:spPr>
          <a:xfrm>
            <a:off x="5887424" y="1911760"/>
            <a:ext cx="513000" cy="178800"/>
          </a:xfrm>
          <a:prstGeom prst="ellipse">
            <a:avLst/>
          </a:prstGeom>
          <a:noFill/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400" lIns="70400" spcFirstLastPara="1" rIns="70400" wrap="square" tIns="7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8"/>
          </a:p>
        </p:txBody>
      </p:sp>
      <p:cxnSp>
        <p:nvCxnSpPr>
          <p:cNvPr id="691" name="Google Shape;691;p29"/>
          <p:cNvCxnSpPr>
            <a:stCxn id="690" idx="0"/>
            <a:endCxn id="629" idx="1"/>
          </p:cNvCxnSpPr>
          <p:nvPr/>
        </p:nvCxnSpPr>
        <p:spPr>
          <a:xfrm flipH="1" rot="10800000">
            <a:off x="6143924" y="1650160"/>
            <a:ext cx="58200" cy="261600"/>
          </a:xfrm>
          <a:prstGeom prst="straightConnector1">
            <a:avLst/>
          </a:prstGeom>
          <a:noFill/>
          <a:ln cap="flat" cmpd="sng" w="73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29"/>
          <p:cNvSpPr txBox="1"/>
          <p:nvPr/>
        </p:nvSpPr>
        <p:spPr>
          <a:xfrm>
            <a:off x="8195780" y="1316559"/>
            <a:ext cx="17595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9750" lIns="69750" spcFirstLastPara="1" rIns="69750" wrap="square" tIns="69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86" u="sng">
                <a:solidFill>
                  <a:schemeClr val="dk2"/>
                </a:solidFill>
              </a:rPr>
              <a:t>model_id</a:t>
            </a:r>
            <a:endParaRPr sz="686" u="sng">
              <a:solidFill>
                <a:schemeClr val="dk2"/>
              </a:solidFill>
            </a:endParaRPr>
          </a:p>
        </p:txBody>
      </p:sp>
      <p:sp>
        <p:nvSpPr>
          <p:cNvPr id="693" name="Google Shape;693;p29"/>
          <p:cNvSpPr/>
          <p:nvPr/>
        </p:nvSpPr>
        <p:spPr>
          <a:xfrm>
            <a:off x="8184209" y="1343554"/>
            <a:ext cx="451800" cy="192300"/>
          </a:xfrm>
          <a:prstGeom prst="ellipse">
            <a:avLst/>
          </a:prstGeom>
          <a:noFill/>
          <a:ln cap="flat" cmpd="sng" w="7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750" lIns="69750" spcFirstLastPara="1" rIns="69750" wrap="square" tIns="69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7"/>
          </a:p>
        </p:txBody>
      </p:sp>
      <p:cxnSp>
        <p:nvCxnSpPr>
          <p:cNvPr id="694" name="Google Shape;694;p29"/>
          <p:cNvCxnSpPr>
            <a:stCxn id="693" idx="4"/>
            <a:endCxn id="638" idx="0"/>
          </p:cNvCxnSpPr>
          <p:nvPr/>
        </p:nvCxnSpPr>
        <p:spPr>
          <a:xfrm>
            <a:off x="8410109" y="1535854"/>
            <a:ext cx="261300" cy="34500"/>
          </a:xfrm>
          <a:prstGeom prst="straightConnector1">
            <a:avLst/>
          </a:prstGeom>
          <a:noFill/>
          <a:ln cap="flat" cmpd="sng" w="72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" name="Google Shape;695;p29"/>
          <p:cNvSpPr txBox="1"/>
          <p:nvPr/>
        </p:nvSpPr>
        <p:spPr>
          <a:xfrm>
            <a:off x="232503" y="248925"/>
            <a:ext cx="518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9125" lIns="59125" spcFirstLastPara="1" rIns="59125" wrap="square" tIns="59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82" u="sng">
                <a:solidFill>
                  <a:schemeClr val="dk2"/>
                </a:solidFill>
              </a:rPr>
              <a:t>Project Code</a:t>
            </a:r>
            <a:endParaRPr sz="582" u="sng">
              <a:solidFill>
                <a:schemeClr val="dk2"/>
              </a:solidFill>
            </a:endParaRPr>
          </a:p>
        </p:txBody>
      </p:sp>
      <p:sp>
        <p:nvSpPr>
          <p:cNvPr id="696" name="Google Shape;696;p29"/>
          <p:cNvSpPr/>
          <p:nvPr/>
        </p:nvSpPr>
        <p:spPr>
          <a:xfrm>
            <a:off x="196471" y="248292"/>
            <a:ext cx="430800" cy="300000"/>
          </a:xfrm>
          <a:prstGeom prst="ellipse">
            <a:avLst/>
          </a:prstGeom>
          <a:noFill/>
          <a:ln cap="flat" cmpd="sng" w="6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125" lIns="59125" spcFirstLastPara="1" rIns="59125" wrap="square" tIns="59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"/>
          </a:p>
        </p:txBody>
      </p:sp>
      <p:cxnSp>
        <p:nvCxnSpPr>
          <p:cNvPr id="697" name="Google Shape;697;p29"/>
          <p:cNvCxnSpPr>
            <a:stCxn id="696" idx="4"/>
          </p:cNvCxnSpPr>
          <p:nvPr/>
        </p:nvCxnSpPr>
        <p:spPr>
          <a:xfrm flipH="1">
            <a:off x="374671" y="548292"/>
            <a:ext cx="37200" cy="153600"/>
          </a:xfrm>
          <a:prstGeom prst="straightConnector1">
            <a:avLst/>
          </a:prstGeom>
          <a:noFill/>
          <a:ln cap="flat" cmpd="sng" w="6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8" name="Google Shape;698;p29"/>
          <p:cNvSpPr txBox="1"/>
          <p:nvPr/>
        </p:nvSpPr>
        <p:spPr>
          <a:xfrm>
            <a:off x="8475015" y="2030025"/>
            <a:ext cx="5130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525" lIns="58525" spcFirstLastPara="1" rIns="58525" wrap="square" tIns="58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76">
                <a:solidFill>
                  <a:schemeClr val="dk2"/>
                </a:solidFill>
              </a:rPr>
              <a:t>Calibration</a:t>
            </a:r>
            <a:endParaRPr sz="576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76">
                <a:solidFill>
                  <a:schemeClr val="dk2"/>
                </a:solidFill>
              </a:rPr>
              <a:t>date</a:t>
            </a:r>
            <a:endParaRPr sz="576">
              <a:solidFill>
                <a:schemeClr val="dk2"/>
              </a:solidFill>
            </a:endParaRPr>
          </a:p>
        </p:txBody>
      </p:sp>
      <p:sp>
        <p:nvSpPr>
          <p:cNvPr id="699" name="Google Shape;699;p29"/>
          <p:cNvSpPr/>
          <p:nvPr/>
        </p:nvSpPr>
        <p:spPr>
          <a:xfrm>
            <a:off x="8475015" y="2029399"/>
            <a:ext cx="426300" cy="297000"/>
          </a:xfrm>
          <a:prstGeom prst="ellipse">
            <a:avLst/>
          </a:prstGeom>
          <a:noFill/>
          <a:ln cap="flat" cmpd="sng" w="6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525" lIns="58525" spcFirstLastPara="1" rIns="58525" wrap="square" tIns="5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6"/>
          </a:p>
        </p:txBody>
      </p:sp>
      <p:cxnSp>
        <p:nvCxnSpPr>
          <p:cNvPr id="700" name="Google Shape;700;p29"/>
          <p:cNvCxnSpPr>
            <a:stCxn id="699" idx="4"/>
            <a:endCxn id="680" idx="0"/>
          </p:cNvCxnSpPr>
          <p:nvPr/>
        </p:nvCxnSpPr>
        <p:spPr>
          <a:xfrm flipH="1">
            <a:off x="8650965" y="2326399"/>
            <a:ext cx="37200" cy="130200"/>
          </a:xfrm>
          <a:prstGeom prst="straightConnector1">
            <a:avLst/>
          </a:prstGeom>
          <a:noFill/>
          <a:ln cap="flat" cmpd="sng" w="6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29"/>
          <p:cNvCxnSpPr>
            <a:endCxn id="699" idx="6"/>
          </p:cNvCxnSpPr>
          <p:nvPr/>
        </p:nvCxnSpPr>
        <p:spPr>
          <a:xfrm>
            <a:off x="8540415" y="2174299"/>
            <a:ext cx="360900" cy="3600"/>
          </a:xfrm>
          <a:prstGeom prst="straightConnector1">
            <a:avLst/>
          </a:prstGeom>
          <a:noFill/>
          <a:ln cap="flat" cmpd="sng" w="49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29"/>
          <p:cNvCxnSpPr/>
          <p:nvPr/>
        </p:nvCxnSpPr>
        <p:spPr>
          <a:xfrm flipH="1" rot="10800000">
            <a:off x="8554032" y="2254783"/>
            <a:ext cx="130800" cy="2100"/>
          </a:xfrm>
          <a:prstGeom prst="straightConnector1">
            <a:avLst/>
          </a:prstGeom>
          <a:noFill/>
          <a:ln cap="flat" cmpd="sng" w="49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03" name="Google Shape;703;p29"/>
          <p:cNvSpPr txBox="1"/>
          <p:nvPr/>
        </p:nvSpPr>
        <p:spPr>
          <a:xfrm>
            <a:off x="7323898" y="4270765"/>
            <a:ext cx="8052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950" lIns="81950" spcFirstLastPara="1" rIns="81950" wrap="square" tIns="81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7">
                <a:solidFill>
                  <a:schemeClr val="dk2"/>
                </a:solidFill>
              </a:rPr>
              <a:t>maintenance</a:t>
            </a:r>
            <a:endParaRPr sz="807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7">
                <a:solidFill>
                  <a:schemeClr val="dk2"/>
                </a:solidFill>
              </a:rPr>
              <a:t>start</a:t>
            </a:r>
            <a:endParaRPr sz="807">
              <a:solidFill>
                <a:schemeClr val="dk2"/>
              </a:solidFill>
            </a:endParaRPr>
          </a:p>
        </p:txBody>
      </p:sp>
      <p:sp>
        <p:nvSpPr>
          <p:cNvPr id="704" name="Google Shape;704;p29"/>
          <p:cNvSpPr/>
          <p:nvPr/>
        </p:nvSpPr>
        <p:spPr>
          <a:xfrm>
            <a:off x="7323898" y="4270665"/>
            <a:ext cx="805200" cy="415500"/>
          </a:xfrm>
          <a:prstGeom prst="ellipse">
            <a:avLst/>
          </a:prstGeom>
          <a:noFill/>
          <a:ln cap="flat" cmpd="sng" w="8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50" lIns="81950" spcFirstLastPara="1" rIns="81950" wrap="square" tIns="8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5"/>
          </a:p>
        </p:txBody>
      </p:sp>
      <p:cxnSp>
        <p:nvCxnSpPr>
          <p:cNvPr id="705" name="Google Shape;705;p29"/>
          <p:cNvCxnSpPr>
            <a:stCxn id="704" idx="0"/>
            <a:endCxn id="631" idx="2"/>
          </p:cNvCxnSpPr>
          <p:nvPr/>
        </p:nvCxnSpPr>
        <p:spPr>
          <a:xfrm rot="10800000">
            <a:off x="7197898" y="3919965"/>
            <a:ext cx="528600" cy="350700"/>
          </a:xfrm>
          <a:prstGeom prst="straightConnector1">
            <a:avLst/>
          </a:prstGeom>
          <a:noFill/>
          <a:ln cap="flat" cmpd="sng" w="8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29"/>
          <p:cNvCxnSpPr>
            <a:stCxn id="704" idx="2"/>
          </p:cNvCxnSpPr>
          <p:nvPr/>
        </p:nvCxnSpPr>
        <p:spPr>
          <a:xfrm>
            <a:off x="7323898" y="4478415"/>
            <a:ext cx="596400" cy="0"/>
          </a:xfrm>
          <a:prstGeom prst="straightConnector1">
            <a:avLst/>
          </a:prstGeom>
          <a:noFill/>
          <a:ln cap="flat" cmpd="sng" w="69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29"/>
          <p:cNvCxnSpPr/>
          <p:nvPr/>
        </p:nvCxnSpPr>
        <p:spPr>
          <a:xfrm>
            <a:off x="7428293" y="4589092"/>
            <a:ext cx="176100" cy="6000"/>
          </a:xfrm>
          <a:prstGeom prst="straightConnector1">
            <a:avLst/>
          </a:prstGeom>
          <a:noFill/>
          <a:ln cap="flat" cmpd="sng" w="69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08" name="Google Shape;708;p29"/>
          <p:cNvSpPr/>
          <p:nvPr/>
        </p:nvSpPr>
        <p:spPr>
          <a:xfrm>
            <a:off x="8235723" y="619860"/>
            <a:ext cx="806100" cy="228300"/>
          </a:xfrm>
          <a:prstGeom prst="rect">
            <a:avLst/>
          </a:prstGeom>
          <a:solidFill>
            <a:schemeClr val="lt2"/>
          </a:solidFill>
          <a:ln cap="flat" cmpd="sng" w="3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975" lIns="34975" spcFirstLastPara="1" rIns="34975" wrap="square" tIns="3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535"/>
              <a:t>certification</a:t>
            </a:r>
            <a:endParaRPr sz="535"/>
          </a:p>
        </p:txBody>
      </p:sp>
      <p:sp>
        <p:nvSpPr>
          <p:cNvPr id="709" name="Google Shape;709;p29"/>
          <p:cNvSpPr/>
          <p:nvPr/>
        </p:nvSpPr>
        <p:spPr>
          <a:xfrm>
            <a:off x="4663725" y="622523"/>
            <a:ext cx="537929" cy="202622"/>
          </a:xfrm>
          <a:prstGeom prst="flowChartDecision">
            <a:avLst/>
          </a:prstGeom>
          <a:solidFill>
            <a:schemeClr val="lt2"/>
          </a:solidFill>
          <a:ln cap="flat" cmpd="sng" w="3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975" lIns="34975" spcFirstLastPara="1" rIns="34975" wrap="square" tIns="3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535"/>
              <a:t>holds</a:t>
            </a:r>
            <a:endParaRPr sz="535"/>
          </a:p>
        </p:txBody>
      </p:sp>
      <p:sp>
        <p:nvSpPr>
          <p:cNvPr id="710" name="Google Shape;710;p29"/>
          <p:cNvSpPr/>
          <p:nvPr/>
        </p:nvSpPr>
        <p:spPr>
          <a:xfrm>
            <a:off x="8413905" y="1016942"/>
            <a:ext cx="687376" cy="292232"/>
          </a:xfrm>
          <a:prstGeom prst="flowChartDecision">
            <a:avLst/>
          </a:prstGeom>
          <a:solidFill>
            <a:schemeClr val="lt2"/>
          </a:solidFill>
          <a:ln cap="flat" cmpd="sng" w="3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975" lIns="34975" spcFirstLastPara="1" rIns="34975" wrap="square" tIns="3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535"/>
              <a:t>require</a:t>
            </a:r>
            <a:endParaRPr sz="535"/>
          </a:p>
        </p:txBody>
      </p:sp>
      <p:cxnSp>
        <p:nvCxnSpPr>
          <p:cNvPr id="711" name="Google Shape;711;p29"/>
          <p:cNvCxnSpPr>
            <a:endCxn id="710" idx="2"/>
          </p:cNvCxnSpPr>
          <p:nvPr/>
        </p:nvCxnSpPr>
        <p:spPr>
          <a:xfrm flipH="1" rot="10800000">
            <a:off x="8750093" y="1309175"/>
            <a:ext cx="7500" cy="265500"/>
          </a:xfrm>
          <a:prstGeom prst="straightConnector1">
            <a:avLst/>
          </a:prstGeom>
          <a:noFill/>
          <a:ln cap="flat" cmpd="sng" w="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29"/>
          <p:cNvCxnSpPr>
            <a:stCxn id="710" idx="0"/>
            <a:endCxn id="708" idx="2"/>
          </p:cNvCxnSpPr>
          <p:nvPr/>
        </p:nvCxnSpPr>
        <p:spPr>
          <a:xfrm rot="10800000">
            <a:off x="8638793" y="848042"/>
            <a:ext cx="118800" cy="168900"/>
          </a:xfrm>
          <a:prstGeom prst="straightConnector1">
            <a:avLst/>
          </a:prstGeom>
          <a:noFill/>
          <a:ln cap="flat" cmpd="sng" w="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29"/>
          <p:cNvCxnSpPr>
            <a:stCxn id="709" idx="3"/>
            <a:endCxn id="708" idx="1"/>
          </p:cNvCxnSpPr>
          <p:nvPr/>
        </p:nvCxnSpPr>
        <p:spPr>
          <a:xfrm>
            <a:off x="5201654" y="723834"/>
            <a:ext cx="3034200" cy="10200"/>
          </a:xfrm>
          <a:prstGeom prst="straightConnector1">
            <a:avLst/>
          </a:prstGeom>
          <a:noFill/>
          <a:ln cap="flat" cmpd="sng" w="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29"/>
          <p:cNvCxnSpPr>
            <a:stCxn id="674" idx="3"/>
            <a:endCxn id="709" idx="1"/>
          </p:cNvCxnSpPr>
          <p:nvPr/>
        </p:nvCxnSpPr>
        <p:spPr>
          <a:xfrm flipH="1" rot="10800000">
            <a:off x="1012500" y="723975"/>
            <a:ext cx="3651300" cy="678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p29"/>
          <p:cNvSpPr/>
          <p:nvPr/>
        </p:nvSpPr>
        <p:spPr>
          <a:xfrm>
            <a:off x="8425035" y="227725"/>
            <a:ext cx="388800" cy="231300"/>
          </a:xfrm>
          <a:prstGeom prst="ellipse">
            <a:avLst/>
          </a:prstGeom>
          <a:solidFill>
            <a:schemeClr val="lt2"/>
          </a:solidFill>
          <a:ln cap="flat" cmpd="sng" w="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9550" lIns="29550" spcFirstLastPara="1" rIns="29550" wrap="square" tIns="2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52" u="sng"/>
              <a:t>code</a:t>
            </a:r>
            <a:endParaRPr sz="452" u="sng"/>
          </a:p>
        </p:txBody>
      </p:sp>
      <p:cxnSp>
        <p:nvCxnSpPr>
          <p:cNvPr id="716" name="Google Shape;716;p29"/>
          <p:cNvCxnSpPr>
            <a:stCxn id="715" idx="4"/>
            <a:endCxn id="708" idx="0"/>
          </p:cNvCxnSpPr>
          <p:nvPr/>
        </p:nvCxnSpPr>
        <p:spPr>
          <a:xfrm>
            <a:off x="8619435" y="459025"/>
            <a:ext cx="19200" cy="160800"/>
          </a:xfrm>
          <a:prstGeom prst="straightConnector1">
            <a:avLst/>
          </a:prstGeom>
          <a:noFill/>
          <a:ln cap="flat" cmpd="sng" w="41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" name="Google Shape;717;p29"/>
          <p:cNvSpPr/>
          <p:nvPr/>
        </p:nvSpPr>
        <p:spPr>
          <a:xfrm>
            <a:off x="2826778" y="1408618"/>
            <a:ext cx="927300" cy="249000"/>
          </a:xfrm>
          <a:prstGeom prst="rect">
            <a:avLst/>
          </a:prstGeom>
          <a:solidFill>
            <a:schemeClr val="lt2"/>
          </a:solidFill>
          <a:ln cap="flat" cmpd="sng" w="8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38"/>
              <a:t>consumables</a:t>
            </a:r>
            <a:endParaRPr sz="938"/>
          </a:p>
        </p:txBody>
      </p:sp>
      <p:sp>
        <p:nvSpPr>
          <p:cNvPr id="718" name="Google Shape;718;p29"/>
          <p:cNvSpPr/>
          <p:nvPr/>
        </p:nvSpPr>
        <p:spPr>
          <a:xfrm>
            <a:off x="2443851" y="1452312"/>
            <a:ext cx="350700" cy="211200"/>
          </a:xfrm>
          <a:prstGeom prst="flowChartConnector">
            <a:avLst/>
          </a:prstGeom>
          <a:solidFill>
            <a:schemeClr val="lt2"/>
          </a:solidFill>
          <a:ln cap="flat" cmpd="sng" w="6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725" lIns="64725" spcFirstLastPara="1" rIns="64725" wrap="square" tIns="64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23" u="sng"/>
              <a:t>id</a:t>
            </a:r>
            <a:endParaRPr sz="823" u="sng"/>
          </a:p>
        </p:txBody>
      </p:sp>
      <p:cxnSp>
        <p:nvCxnSpPr>
          <p:cNvPr id="719" name="Google Shape;719;p29"/>
          <p:cNvCxnSpPr>
            <a:stCxn id="718" idx="6"/>
            <a:endCxn id="717" idx="1"/>
          </p:cNvCxnSpPr>
          <p:nvPr/>
        </p:nvCxnSpPr>
        <p:spPr>
          <a:xfrm flipH="1" rot="10800000">
            <a:off x="2794551" y="1533012"/>
            <a:ext cx="32100" cy="24900"/>
          </a:xfrm>
          <a:prstGeom prst="straightConnector1">
            <a:avLst/>
          </a:prstGeom>
          <a:noFill/>
          <a:ln cap="flat" cmpd="sng" w="4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29"/>
          <p:cNvSpPr/>
          <p:nvPr/>
        </p:nvSpPr>
        <p:spPr>
          <a:xfrm>
            <a:off x="3786220" y="1408606"/>
            <a:ext cx="799009" cy="298547"/>
          </a:xfrm>
          <a:prstGeom prst="flowChartDecision">
            <a:avLst/>
          </a:prstGeom>
          <a:solidFill>
            <a:schemeClr val="lt2"/>
          </a:solidFill>
          <a:ln cap="flat" cmpd="sng" w="8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51"/>
              <a:t>paired</a:t>
            </a:r>
            <a:endParaRPr sz="651"/>
          </a:p>
        </p:txBody>
      </p:sp>
      <p:cxnSp>
        <p:nvCxnSpPr>
          <p:cNvPr id="721" name="Google Shape;721;p29"/>
          <p:cNvCxnSpPr>
            <a:stCxn id="720" idx="1"/>
            <a:endCxn id="717" idx="3"/>
          </p:cNvCxnSpPr>
          <p:nvPr/>
        </p:nvCxnSpPr>
        <p:spPr>
          <a:xfrm rot="10800000">
            <a:off x="3754120" y="1532980"/>
            <a:ext cx="32100" cy="249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29"/>
          <p:cNvCxnSpPr>
            <a:stCxn id="720" idx="3"/>
            <a:endCxn id="652" idx="1"/>
          </p:cNvCxnSpPr>
          <p:nvPr/>
        </p:nvCxnSpPr>
        <p:spPr>
          <a:xfrm flipH="1" rot="10800000">
            <a:off x="4585229" y="1481680"/>
            <a:ext cx="144300" cy="762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29"/>
          <p:cNvSpPr/>
          <p:nvPr/>
        </p:nvSpPr>
        <p:spPr>
          <a:xfrm>
            <a:off x="2409081" y="1311162"/>
            <a:ext cx="3309900" cy="438900"/>
          </a:xfrm>
          <a:prstGeom prst="rect">
            <a:avLst/>
          </a:prstGeom>
          <a:noFill/>
          <a:ln cap="flat" cmpd="sng" w="67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2"/>
          </a:p>
        </p:txBody>
      </p:sp>
      <p:sp>
        <p:nvSpPr>
          <p:cNvPr id="724" name="Google Shape;724;p29"/>
          <p:cNvSpPr/>
          <p:nvPr/>
        </p:nvSpPr>
        <p:spPr>
          <a:xfrm>
            <a:off x="3787040" y="2181331"/>
            <a:ext cx="874466" cy="219511"/>
          </a:xfrm>
          <a:prstGeom prst="flowChartDecision">
            <a:avLst/>
          </a:prstGeom>
          <a:solidFill>
            <a:schemeClr val="lt2"/>
          </a:solidFill>
          <a:ln cap="flat" cmpd="sng" w="8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50"/>
              <a:t>tracks</a:t>
            </a:r>
            <a:endParaRPr sz="750"/>
          </a:p>
        </p:txBody>
      </p:sp>
      <p:cxnSp>
        <p:nvCxnSpPr>
          <p:cNvPr id="725" name="Google Shape;725;p29"/>
          <p:cNvCxnSpPr>
            <a:stCxn id="724" idx="0"/>
            <a:endCxn id="723" idx="2"/>
          </p:cNvCxnSpPr>
          <p:nvPr/>
        </p:nvCxnSpPr>
        <p:spPr>
          <a:xfrm rot="10800000">
            <a:off x="4064073" y="1749931"/>
            <a:ext cx="160200" cy="4314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29"/>
          <p:cNvCxnSpPr>
            <a:endCxn id="724" idx="2"/>
          </p:cNvCxnSpPr>
          <p:nvPr/>
        </p:nvCxnSpPr>
        <p:spPr>
          <a:xfrm flipH="1" rot="10800000">
            <a:off x="4183773" y="2400842"/>
            <a:ext cx="40500" cy="1193100"/>
          </a:xfrm>
          <a:prstGeom prst="straightConnector1">
            <a:avLst/>
          </a:prstGeom>
          <a:noFill/>
          <a:ln cap="flat" cmpd="sng" w="28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7" name="Google Shape;727;p29"/>
          <p:cNvSpPr/>
          <p:nvPr/>
        </p:nvSpPr>
        <p:spPr>
          <a:xfrm>
            <a:off x="5309079" y="1000316"/>
            <a:ext cx="938589" cy="246652"/>
          </a:xfrm>
          <a:prstGeom prst="flowChartDecision">
            <a:avLst/>
          </a:prstGeom>
          <a:solidFill>
            <a:schemeClr val="lt2"/>
          </a:solidFill>
          <a:ln cap="flat" cmpd="sng" w="8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51"/>
              <a:t>supplies</a:t>
            </a:r>
            <a:endParaRPr sz="651"/>
          </a:p>
        </p:txBody>
      </p:sp>
      <p:cxnSp>
        <p:nvCxnSpPr>
          <p:cNvPr id="728" name="Google Shape;728;p29"/>
          <p:cNvCxnSpPr>
            <a:stCxn id="727" idx="2"/>
          </p:cNvCxnSpPr>
          <p:nvPr/>
        </p:nvCxnSpPr>
        <p:spPr>
          <a:xfrm flipH="1">
            <a:off x="5200273" y="1246968"/>
            <a:ext cx="578100" cy="1242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9" name="Google Shape;729;p29"/>
          <p:cNvSpPr/>
          <p:nvPr/>
        </p:nvSpPr>
        <p:spPr>
          <a:xfrm>
            <a:off x="6110520" y="830509"/>
            <a:ext cx="738300" cy="153600"/>
          </a:xfrm>
          <a:prstGeom prst="rect">
            <a:avLst/>
          </a:prstGeom>
          <a:solidFill>
            <a:schemeClr val="lt2"/>
          </a:solidFill>
          <a:ln cap="flat" cmpd="sng" w="8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39"/>
              <a:t>supplier</a:t>
            </a:r>
            <a:endParaRPr sz="739"/>
          </a:p>
        </p:txBody>
      </p:sp>
      <p:cxnSp>
        <p:nvCxnSpPr>
          <p:cNvPr id="730" name="Google Shape;730;p29"/>
          <p:cNvCxnSpPr>
            <a:stCxn id="729" idx="1"/>
            <a:endCxn id="727" idx="0"/>
          </p:cNvCxnSpPr>
          <p:nvPr/>
        </p:nvCxnSpPr>
        <p:spPr>
          <a:xfrm flipH="1">
            <a:off x="5778420" y="907309"/>
            <a:ext cx="332100" cy="93000"/>
          </a:xfrm>
          <a:prstGeom prst="straightConnector1">
            <a:avLst/>
          </a:prstGeom>
          <a:noFill/>
          <a:ln cap="flat" cmpd="sng" w="94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